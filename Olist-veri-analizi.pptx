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Catamaran"/>
      <p:regular r:id="rId21"/>
      <p:bold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Archiv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Catamaran-bold.fntdata"/><Relationship Id="rId21" Type="http://schemas.openxmlformats.org/officeDocument/2006/relationships/font" Target="fonts/Catamaran-regular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Archivo-bold.fntdata"/><Relationship Id="rId27" Type="http://schemas.openxmlformats.org/officeDocument/2006/relationships/font" Target="fonts/Archiv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chiv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Archiv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133f6155f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133f6155f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f5ddbdc49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3f5ddbdc49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3f5ddbdc49b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3f5ddbdc49b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f5ddbdc49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3f5ddbdc49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f5ddbdc49b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f5ddbdc49b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3f5ddbdc49b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3f5ddbdc49b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f5ddbdc49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3f5ddbdc49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f5ddbdc49b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3f5ddbdc49b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3f3ce14e96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3f3ce14e96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f5ddbdc49b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f5ddbdc49b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3f3ce14e96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3f3ce14e96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f5ddbdc49b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f5ddbdc49b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3f5ddbdc49b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3f5ddbdc49b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f3ce14e9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3f3ce14e9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3f3ce14e96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3f3ce14e9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05532" y="-719250"/>
            <a:ext cx="9990882" cy="6050606"/>
            <a:chOff x="-505532" y="-719250"/>
            <a:chExt cx="9990882" cy="605060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6509552" y="-719250"/>
              <a:ext cx="2975798" cy="2392650"/>
              <a:chOff x="4418377" y="-851325"/>
              <a:chExt cx="2975798" cy="2392650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" name="Google Shape;12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" name="Google Shape;13;p2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5" name="Google Shape;15;p2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8" name="Google Shape;18;p2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4" name="Google Shape;24;p2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" name="Google Shape;26;p2"/>
              <p:cNvCxnSpPr>
                <a:stCxn id="12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" name="Google Shape;27;p2"/>
              <p:cNvCxnSpPr>
                <a:stCxn id="22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" name="Google Shape;28;p2"/>
              <p:cNvCxnSpPr>
                <a:stCxn id="19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" name="Google Shape;29;p2"/>
              <p:cNvCxnSpPr>
                <a:stCxn id="16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>
                <a:stCxn id="22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" name="Google Shape;31;p2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" name="Google Shape;32;p2"/>
              <p:cNvCxnSpPr>
                <a:stCxn id="16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" name="Google Shape;33;p2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418377" y="472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-505532" y="4226447"/>
              <a:ext cx="3290857" cy="1104909"/>
              <a:chOff x="-505532" y="4226447"/>
              <a:chExt cx="3290857" cy="1104909"/>
            </a:xfrm>
          </p:grpSpPr>
          <p:cxnSp>
            <p:nvCxnSpPr>
              <p:cNvPr id="36" name="Google Shape;36;p2"/>
              <p:cNvCxnSpPr>
                <a:stCxn id="37" idx="3"/>
                <a:endCxn id="38" idx="0"/>
              </p:cNvCxnSpPr>
              <p:nvPr/>
            </p:nvCxnSpPr>
            <p:spPr>
              <a:xfrm>
                <a:off x="1223400" y="4747104"/>
                <a:ext cx="1288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" name="Google Shape;38;p2"/>
              <p:cNvSpPr/>
              <p:nvPr/>
            </p:nvSpPr>
            <p:spPr>
              <a:xfrm rot="10800000">
                <a:off x="2511725" y="4628451"/>
                <a:ext cx="273600" cy="2373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9" name="Google Shape;39;p2"/>
              <p:cNvGrpSpPr/>
              <p:nvPr/>
            </p:nvGrpSpPr>
            <p:grpSpPr>
              <a:xfrm rot="10800000">
                <a:off x="-505532" y="4536684"/>
                <a:ext cx="917499" cy="794671"/>
                <a:chOff x="8022925" y="186250"/>
                <a:chExt cx="815700" cy="706500"/>
              </a:xfrm>
            </p:grpSpPr>
            <p:sp>
              <p:nvSpPr>
                <p:cNvPr id="40" name="Google Shape;40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2" name="Google Shape;42;p2"/>
              <p:cNvGrpSpPr/>
              <p:nvPr/>
            </p:nvGrpSpPr>
            <p:grpSpPr>
              <a:xfrm rot="10800000">
                <a:off x="635607" y="4492552"/>
                <a:ext cx="587793" cy="509104"/>
                <a:chOff x="8022925" y="186250"/>
                <a:chExt cx="815700" cy="706500"/>
              </a:xfrm>
            </p:grpSpPr>
            <p:sp>
              <p:nvSpPr>
                <p:cNvPr id="37" name="Google Shape;37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4" name="Google Shape;44;p2"/>
              <p:cNvSpPr/>
              <p:nvPr/>
            </p:nvSpPr>
            <p:spPr>
              <a:xfrm rot="10800000">
                <a:off x="257863" y="4226447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" name="Google Shape;45;p2"/>
              <p:cNvCxnSpPr>
                <a:stCxn id="37" idx="0"/>
              </p:cNvCxnSpPr>
              <p:nvPr/>
            </p:nvCxnSpPr>
            <p:spPr>
              <a:xfrm rot="10800000">
                <a:off x="481107" y="4747104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" name="Google Shape;46;p2"/>
              <p:cNvCxnSpPr>
                <a:stCxn id="40" idx="3"/>
              </p:cNvCxnSpPr>
              <p:nvPr/>
            </p:nvCxnSpPr>
            <p:spPr>
              <a:xfrm flipH="1" rot="10800000">
                <a:off x="411967" y="474652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" name="Google Shape;47;p2"/>
            <p:cNvGrpSpPr/>
            <p:nvPr/>
          </p:nvGrpSpPr>
          <p:grpSpPr>
            <a:xfrm flipH="1" rot="10800000">
              <a:off x="148990" y="168600"/>
              <a:ext cx="1128460" cy="989200"/>
              <a:chOff x="-50110" y="3536450"/>
              <a:chExt cx="1128460" cy="989200"/>
            </a:xfrm>
          </p:grpSpPr>
          <p:grpSp>
            <p:nvGrpSpPr>
              <p:cNvPr id="48" name="Google Shape;48;p2"/>
              <p:cNvGrpSpPr/>
              <p:nvPr/>
            </p:nvGrpSpPr>
            <p:grpSpPr>
              <a:xfrm rot="10800000">
                <a:off x="87357" y="3968427"/>
                <a:ext cx="587793" cy="509104"/>
                <a:chOff x="8022925" y="186250"/>
                <a:chExt cx="815700" cy="706500"/>
              </a:xfrm>
            </p:grpSpPr>
            <p:sp>
              <p:nvSpPr>
                <p:cNvPr id="49" name="Google Shape;49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1" name="Google Shape;51;p2"/>
              <p:cNvSpPr/>
              <p:nvPr/>
            </p:nvSpPr>
            <p:spPr>
              <a:xfrm rot="10800000">
                <a:off x="163378" y="44233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" name="Google Shape;52;p2"/>
              <p:cNvCxnSpPr>
                <a:stCxn id="49" idx="3"/>
              </p:cNvCxnSpPr>
              <p:nvPr/>
            </p:nvCxnSpPr>
            <p:spPr>
              <a:xfrm>
                <a:off x="675150" y="4222979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" name="Google Shape;53;p2"/>
              <p:cNvCxnSpPr>
                <a:stCxn id="49" idx="1"/>
              </p:cNvCxnSpPr>
              <p:nvPr/>
            </p:nvCxnSpPr>
            <p:spPr>
              <a:xfrm rot="10800000">
                <a:off x="-11567" y="3576627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" name="Google Shape;54;p2"/>
              <p:cNvSpPr/>
              <p:nvPr/>
            </p:nvSpPr>
            <p:spPr>
              <a:xfrm rot="10800000">
                <a:off x="-50110" y="353645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5" name="Google Shape;55;p2"/>
          <p:cNvSpPr/>
          <p:nvPr>
            <p:ph idx="2" type="pic"/>
          </p:nvPr>
        </p:nvSpPr>
        <p:spPr>
          <a:xfrm>
            <a:off x="4934775" y="803775"/>
            <a:ext cx="3470400" cy="339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"/>
          <p:cNvSpPr txBox="1"/>
          <p:nvPr>
            <p:ph type="ctrTitle"/>
          </p:nvPr>
        </p:nvSpPr>
        <p:spPr>
          <a:xfrm>
            <a:off x="713225" y="957800"/>
            <a:ext cx="4221600" cy="27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2"/>
          <p:cNvSpPr txBox="1"/>
          <p:nvPr>
            <p:ph idx="1" type="subTitle"/>
          </p:nvPr>
        </p:nvSpPr>
        <p:spPr>
          <a:xfrm>
            <a:off x="713288" y="3586302"/>
            <a:ext cx="42216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3"/>
          <p:cNvGrpSpPr/>
          <p:nvPr/>
        </p:nvGrpSpPr>
        <p:grpSpPr>
          <a:xfrm>
            <a:off x="-319453" y="-917150"/>
            <a:ext cx="9860391" cy="5957900"/>
            <a:chOff x="-319453" y="-917150"/>
            <a:chExt cx="9860391" cy="5957900"/>
          </a:xfrm>
        </p:grpSpPr>
        <p:grpSp>
          <p:nvGrpSpPr>
            <p:cNvPr id="60" name="Google Shape;60;p3"/>
            <p:cNvGrpSpPr/>
            <p:nvPr/>
          </p:nvGrpSpPr>
          <p:grpSpPr>
            <a:xfrm flipH="1" rot="10800000">
              <a:off x="7467353" y="3080077"/>
              <a:ext cx="2073585" cy="1960673"/>
              <a:chOff x="7455765" y="-80873"/>
              <a:chExt cx="2073585" cy="1960673"/>
            </a:xfrm>
          </p:grpSpPr>
          <p:grpSp>
            <p:nvGrpSpPr>
              <p:cNvPr id="61" name="Google Shape;61;p3"/>
              <p:cNvGrpSpPr/>
              <p:nvPr/>
            </p:nvGrpSpPr>
            <p:grpSpPr>
              <a:xfrm>
                <a:off x="7455765" y="-80873"/>
                <a:ext cx="2073585" cy="1960673"/>
                <a:chOff x="7455765" y="-80873"/>
                <a:chExt cx="2073585" cy="1960673"/>
              </a:xfrm>
            </p:grpSpPr>
            <p:grpSp>
              <p:nvGrpSpPr>
                <p:cNvPr id="62" name="Google Shape;62;p3"/>
                <p:cNvGrpSpPr/>
                <p:nvPr/>
              </p:nvGrpSpPr>
              <p:grpSpPr>
                <a:xfrm>
                  <a:off x="7455765" y="-80873"/>
                  <a:ext cx="1935860" cy="557223"/>
                  <a:chOff x="1329040" y="2024002"/>
                  <a:chExt cx="1935860" cy="557223"/>
                </a:xfrm>
              </p:grpSpPr>
              <p:grpSp>
                <p:nvGrpSpPr>
                  <p:cNvPr id="63" name="Google Shape;63;p3"/>
                  <p:cNvGrpSpPr/>
                  <p:nvPr/>
                </p:nvGrpSpPr>
                <p:grpSpPr>
                  <a:xfrm rot="10800000">
                    <a:off x="2273907" y="2024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64" name="Google Shape;64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65" name="Google Shape;65;p3"/>
                    <p:cNvSpPr/>
                    <p:nvPr/>
                  </p:nvSpPr>
                  <p:spPr>
                    <a:xfrm>
                      <a:off x="8213302" y="351156"/>
                      <a:ext cx="435000" cy="3768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66" name="Google Shape;66;p3"/>
                  <p:cNvSpPr/>
                  <p:nvPr/>
                </p:nvSpPr>
                <p:spPr>
                  <a:xfrm rot="10800000">
                    <a:off x="2349928" y="24789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cxnSp>
                <p:nvCxnSpPr>
                  <p:cNvPr id="67" name="Google Shape;67;p3"/>
                  <p:cNvCxnSpPr>
                    <a:stCxn id="64" idx="3"/>
                  </p:cNvCxnSpPr>
                  <p:nvPr/>
                </p:nvCxnSpPr>
                <p:spPr>
                  <a:xfrm>
                    <a:off x="2861700" y="2278554"/>
                    <a:ext cx="4032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" name="Google Shape;68;p3"/>
                  <p:cNvCxnSpPr>
                    <a:stCxn id="64" idx="0"/>
                    <a:endCxn id="69" idx="2"/>
                  </p:cNvCxnSpPr>
                  <p:nvPr/>
                </p:nvCxnSpPr>
                <p:spPr>
                  <a:xfrm rot="10800000">
                    <a:off x="1407507" y="2278554"/>
                    <a:ext cx="8664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69" name="Google Shape;69;p3"/>
                  <p:cNvSpPr/>
                  <p:nvPr/>
                </p:nvSpPr>
                <p:spPr>
                  <a:xfrm rot="10800000">
                    <a:off x="1329040" y="2239213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70" name="Google Shape;70;p3"/>
                <p:cNvGrpSpPr/>
                <p:nvPr/>
              </p:nvGrpSpPr>
              <p:grpSpPr>
                <a:xfrm>
                  <a:off x="7684015" y="528127"/>
                  <a:ext cx="1845335" cy="1351673"/>
                  <a:chOff x="1557290" y="2633002"/>
                  <a:chExt cx="1845335" cy="1351673"/>
                </a:xfrm>
              </p:grpSpPr>
              <p:grpSp>
                <p:nvGrpSpPr>
                  <p:cNvPr id="71" name="Google Shape;71;p3"/>
                  <p:cNvGrpSpPr/>
                  <p:nvPr/>
                </p:nvGrpSpPr>
                <p:grpSpPr>
                  <a:xfrm rot="10800000">
                    <a:off x="1673693" y="2677134"/>
                    <a:ext cx="917499" cy="794671"/>
                    <a:chOff x="8022925" y="186250"/>
                    <a:chExt cx="815700" cy="706500"/>
                  </a:xfrm>
                </p:grpSpPr>
                <p:sp>
                  <p:nvSpPr>
                    <p:cNvPr id="72" name="Google Shape;72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solidFill>
                      <a:srgbClr val="AFE0D9">
                        <a:alpha val="5949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73" name="Google Shape;73;p3"/>
                    <p:cNvSpPr/>
                    <p:nvPr/>
                  </p:nvSpPr>
                  <p:spPr>
                    <a:xfrm>
                      <a:off x="8169420" y="313166"/>
                      <a:ext cx="522900" cy="452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74" name="Google Shape;74;p3"/>
                  <p:cNvGrpSpPr/>
                  <p:nvPr/>
                </p:nvGrpSpPr>
                <p:grpSpPr>
                  <a:xfrm rot="10800000">
                    <a:off x="2814832" y="2633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75" name="Google Shape;75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76" name="Google Shape;76;p3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77" name="Google Shape;77;p3"/>
                  <p:cNvCxnSpPr>
                    <a:stCxn id="75" idx="0"/>
                  </p:cNvCxnSpPr>
                  <p:nvPr/>
                </p:nvCxnSpPr>
                <p:spPr>
                  <a:xfrm rot="10800000">
                    <a:off x="2660332" y="2887554"/>
                    <a:ext cx="1545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8" name="Google Shape;78;p3"/>
                  <p:cNvCxnSpPr>
                    <a:stCxn id="72" idx="3"/>
                  </p:cNvCxnSpPr>
                  <p:nvPr/>
                </p:nvCxnSpPr>
                <p:spPr>
                  <a:xfrm flipH="1" rot="10800000">
                    <a:off x="2591192" y="2886970"/>
                    <a:ext cx="73200" cy="187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9" name="Google Shape;79;p3"/>
                  <p:cNvCxnSpPr>
                    <a:stCxn id="72" idx="5"/>
                  </p:cNvCxnSpPr>
                  <p:nvPr/>
                </p:nvCxnSpPr>
                <p:spPr>
                  <a:xfrm flipH="1">
                    <a:off x="1596661" y="3471805"/>
                    <a:ext cx="275700" cy="477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80" name="Google Shape;80;p3"/>
                  <p:cNvSpPr/>
                  <p:nvPr/>
                </p:nvSpPr>
                <p:spPr>
                  <a:xfrm rot="10800000">
                    <a:off x="1557290" y="3906075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</p:grpSp>
          <p:sp>
            <p:nvSpPr>
              <p:cNvPr id="81" name="Google Shape;81;p3"/>
              <p:cNvSpPr/>
              <p:nvPr/>
            </p:nvSpPr>
            <p:spPr>
              <a:xfrm>
                <a:off x="7637364" y="3141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>
              <a:off x="-319453" y="-917150"/>
              <a:ext cx="4691116" cy="2444748"/>
              <a:chOff x="-319453" y="-917150"/>
              <a:chExt cx="4691116" cy="2444748"/>
            </a:xfrm>
          </p:grpSpPr>
          <p:grpSp>
            <p:nvGrpSpPr>
              <p:cNvPr id="83" name="Google Shape;83;p3"/>
              <p:cNvGrpSpPr/>
              <p:nvPr/>
            </p:nvGrpSpPr>
            <p:grpSpPr>
              <a:xfrm>
                <a:off x="-319453" y="-917150"/>
                <a:ext cx="4691116" cy="2444748"/>
                <a:chOff x="-326803" y="-829100"/>
                <a:chExt cx="4691116" cy="2444748"/>
              </a:xfrm>
            </p:grpSpPr>
            <p:grpSp>
              <p:nvGrpSpPr>
                <p:cNvPr id="84" name="Google Shape;84;p3"/>
                <p:cNvGrpSpPr/>
                <p:nvPr/>
              </p:nvGrpSpPr>
              <p:grpSpPr>
                <a:xfrm>
                  <a:off x="-326803" y="-829100"/>
                  <a:ext cx="3417803" cy="2444748"/>
                  <a:chOff x="5222059" y="1707050"/>
                  <a:chExt cx="3417803" cy="2444748"/>
                </a:xfrm>
              </p:grpSpPr>
              <p:grpSp>
                <p:nvGrpSpPr>
                  <p:cNvPr id="85" name="Google Shape;85;p3"/>
                  <p:cNvGrpSpPr/>
                  <p:nvPr/>
                </p:nvGrpSpPr>
                <p:grpSpPr>
                  <a:xfrm>
                    <a:off x="6230684" y="2436004"/>
                    <a:ext cx="1245819" cy="1079037"/>
                    <a:chOff x="8022925" y="186250"/>
                    <a:chExt cx="815700" cy="706500"/>
                  </a:xfrm>
                </p:grpSpPr>
                <p:sp>
                  <p:nvSpPr>
                    <p:cNvPr id="86" name="Google Shape;86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87" name="Google Shape;87;p3"/>
                    <p:cNvSpPr/>
                    <p:nvPr/>
                  </p:nvSpPr>
                  <p:spPr>
                    <a:xfrm>
                      <a:off x="8066182" y="223764"/>
                      <a:ext cx="729300" cy="631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88" name="Google Shape;88;p3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89" name="Google Shape;89;p3"/>
                  <p:cNvGrpSpPr/>
                  <p:nvPr/>
                </p:nvGrpSpPr>
                <p:grpSpPr>
                  <a:xfrm>
                    <a:off x="5222059" y="3089020"/>
                    <a:ext cx="1008613" cy="873587"/>
                    <a:chOff x="8022925" y="186250"/>
                    <a:chExt cx="815700" cy="706500"/>
                  </a:xfrm>
                </p:grpSpPr>
                <p:sp>
                  <p:nvSpPr>
                    <p:cNvPr id="90" name="Google Shape;90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1" name="Google Shape;91;p3"/>
                    <p:cNvSpPr/>
                    <p:nvPr/>
                  </p:nvSpPr>
                  <p:spPr>
                    <a:xfrm>
                      <a:off x="8066182" y="223764"/>
                      <a:ext cx="729300" cy="631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92" name="Google Shape;92;p3"/>
                  <p:cNvGrpSpPr/>
                  <p:nvPr/>
                </p:nvGrpSpPr>
                <p:grpSpPr>
                  <a:xfrm>
                    <a:off x="6286990" y="3642694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93" name="Google Shape;93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4" name="Google Shape;94;p3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95" name="Google Shape;95;p3"/>
                  <p:cNvSpPr/>
                  <p:nvPr/>
                </p:nvSpPr>
                <p:spPr>
                  <a:xfrm>
                    <a:off x="6178600" y="29244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grpSp>
                <p:nvGrpSpPr>
                  <p:cNvPr id="96" name="Google Shape;96;p3"/>
                  <p:cNvGrpSpPr/>
                  <p:nvPr/>
                </p:nvGrpSpPr>
                <p:grpSpPr>
                  <a:xfrm>
                    <a:off x="7766819" y="25974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97" name="Google Shape;97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8" name="Google Shape;98;p3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9" name="Google Shape;99;p3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00" name="Google Shape;100;p3"/>
                  <p:cNvSpPr/>
                  <p:nvPr/>
                </p:nvSpPr>
                <p:spPr>
                  <a:xfrm>
                    <a:off x="7394176" y="3089024"/>
                    <a:ext cx="457200" cy="396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1" name="Google Shape;101;p3"/>
                  <p:cNvSpPr/>
                  <p:nvPr/>
                </p:nvSpPr>
                <p:spPr>
                  <a:xfrm>
                    <a:off x="7570513" y="2571750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2" name="Google Shape;102;p3"/>
                  <p:cNvSpPr/>
                  <p:nvPr/>
                </p:nvSpPr>
                <p:spPr>
                  <a:xfrm>
                    <a:off x="7044827" y="3642703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BE">
                      <a:alpha val="7152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grpSp>
                <p:nvGrpSpPr>
                  <p:cNvPr id="103" name="Google Shape;103;p3"/>
                  <p:cNvGrpSpPr/>
                  <p:nvPr/>
                </p:nvGrpSpPr>
                <p:grpSpPr>
                  <a:xfrm>
                    <a:off x="6012275" y="1707050"/>
                    <a:ext cx="1754544" cy="1381970"/>
                    <a:chOff x="6012275" y="1707050"/>
                    <a:chExt cx="1754544" cy="1381970"/>
                  </a:xfrm>
                </p:grpSpPr>
                <p:grpSp>
                  <p:nvGrpSpPr>
                    <p:cNvPr id="104" name="Google Shape;104;p3"/>
                    <p:cNvGrpSpPr/>
                    <p:nvPr/>
                  </p:nvGrpSpPr>
                  <p:grpSpPr>
                    <a:xfrm>
                      <a:off x="6012275" y="2285500"/>
                      <a:ext cx="1754544" cy="803520"/>
                      <a:chOff x="6012275" y="2285500"/>
                      <a:chExt cx="1754544" cy="803520"/>
                    </a:xfrm>
                  </p:grpSpPr>
                  <p:cxnSp>
                    <p:nvCxnSpPr>
                      <p:cNvPr id="105" name="Google Shape;105;p3"/>
                      <p:cNvCxnSpPr>
                        <a:stCxn id="97" idx="3"/>
                      </p:cNvCxnSpPr>
                      <p:nvPr/>
                    </p:nvCxnSpPr>
                    <p:spPr>
                      <a:xfrm rot="10800000">
                        <a:off x="7612919" y="2975499"/>
                        <a:ext cx="153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grpSp>
                    <p:nvGrpSpPr>
                      <p:cNvPr id="106" name="Google Shape;106;p3"/>
                      <p:cNvGrpSpPr/>
                      <p:nvPr/>
                    </p:nvGrpSpPr>
                    <p:grpSpPr>
                      <a:xfrm>
                        <a:off x="6012275" y="2285500"/>
                        <a:ext cx="1603950" cy="803520"/>
                        <a:chOff x="6012275" y="2285500"/>
                        <a:chExt cx="1603950" cy="803520"/>
                      </a:xfrm>
                    </p:grpSpPr>
                    <p:cxnSp>
                      <p:nvCxnSpPr>
                        <p:cNvPr id="107" name="Google Shape;107;p3"/>
                        <p:cNvCxnSpPr/>
                        <p:nvPr/>
                      </p:nvCxnSpPr>
                      <p:spPr>
                        <a:xfrm rot="10800000">
                          <a:off x="7262825" y="2285500"/>
                          <a:ext cx="353400" cy="6900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108" name="Google Shape;108;p3"/>
                        <p:cNvCxnSpPr/>
                        <p:nvPr/>
                      </p:nvCxnSpPr>
                      <p:spPr>
                        <a:xfrm rot="10800000">
                          <a:off x="6405500" y="2289200"/>
                          <a:ext cx="86100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109" name="Google Shape;109;p3"/>
                        <p:cNvCxnSpPr>
                          <a:stCxn id="90" idx="5"/>
                        </p:cNvCxnSpPr>
                        <p:nvPr/>
                      </p:nvCxnSpPr>
                      <p:spPr>
                        <a:xfrm flipH="1" rot="10800000">
                          <a:off x="6012275" y="2285620"/>
                          <a:ext cx="395400" cy="8034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sp>
                    <p:nvSpPr>
                      <p:cNvPr id="110" name="Google Shape;110;p3"/>
                      <p:cNvSpPr/>
                      <p:nvPr/>
                    </p:nvSpPr>
                    <p:spPr>
                      <a:xfrm>
                        <a:off x="7584350" y="2943050"/>
                        <a:ext cx="64800" cy="64800"/>
                      </a:xfrm>
                      <a:prstGeom prst="ellipse">
                        <a:avLst/>
                      </a:prstGeom>
                      <a:solidFill>
                        <a:schemeClr val="lt2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ato"/>
                          <a:ea typeface="Lato"/>
                          <a:cs typeface="Lato"/>
                          <a:sym typeface="Lato"/>
                        </a:endParaRPr>
                      </a:p>
                    </p:txBody>
                  </p:sp>
                </p:grpSp>
                <p:cxnSp>
                  <p:nvCxnSpPr>
                    <p:cNvPr id="111" name="Google Shape;111;p3"/>
                    <p:cNvCxnSpPr/>
                    <p:nvPr/>
                  </p:nvCxnSpPr>
                  <p:spPr>
                    <a:xfrm flipH="1" rot="10800000">
                      <a:off x="7261350" y="1744525"/>
                      <a:ext cx="315600" cy="5463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sp>
                  <p:nvSpPr>
                    <p:cNvPr id="112" name="Google Shape;112;p3"/>
                    <p:cNvSpPr/>
                    <p:nvPr/>
                  </p:nvSpPr>
                  <p:spPr>
                    <a:xfrm>
                      <a:off x="7545125" y="1707050"/>
                      <a:ext cx="73500" cy="73200"/>
                    </a:xfrm>
                    <a:prstGeom prst="ellipse">
                      <a:avLst/>
                    </a:pr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5975025" y="3049300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14" name="Google Shape;114;p3"/>
                <p:cNvGrpSpPr/>
                <p:nvPr/>
              </p:nvGrpSpPr>
              <p:grpSpPr>
                <a:xfrm flipH="1">
                  <a:off x="3049403" y="525694"/>
                  <a:ext cx="1314910" cy="509104"/>
                  <a:chOff x="6536465" y="3032469"/>
                  <a:chExt cx="1314910" cy="509104"/>
                </a:xfrm>
              </p:grpSpPr>
              <p:grpSp>
                <p:nvGrpSpPr>
                  <p:cNvPr id="115" name="Google Shape;115;p3"/>
                  <p:cNvGrpSpPr/>
                  <p:nvPr/>
                </p:nvGrpSpPr>
                <p:grpSpPr>
                  <a:xfrm>
                    <a:off x="6536465" y="3032469"/>
                    <a:ext cx="587793" cy="509104"/>
                    <a:chOff x="8369130" y="-660579"/>
                    <a:chExt cx="815700" cy="706500"/>
                  </a:xfrm>
                </p:grpSpPr>
                <p:sp>
                  <p:nvSpPr>
                    <p:cNvPr id="116" name="Google Shape;116;p3"/>
                    <p:cNvSpPr/>
                    <p:nvPr/>
                  </p:nvSpPr>
                  <p:spPr>
                    <a:xfrm>
                      <a:off x="8369130" y="-660579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17" name="Google Shape;117;p3"/>
                    <p:cNvSpPr/>
                    <p:nvPr/>
                  </p:nvSpPr>
                  <p:spPr>
                    <a:xfrm>
                      <a:off x="8460422" y="-581469"/>
                      <a:ext cx="633300" cy="5484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18" name="Google Shape;118;p3"/>
                  <p:cNvSpPr/>
                  <p:nvPr/>
                </p:nvSpPr>
                <p:spPr>
                  <a:xfrm>
                    <a:off x="7394176" y="3089024"/>
                    <a:ext cx="457200" cy="396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>
                    <a:off x="7469177" y="31539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20" name="Google Shape;120;p3"/>
                <p:cNvCxnSpPr>
                  <a:stCxn id="118" idx="3"/>
                  <a:endCxn id="116" idx="0"/>
                </p:cNvCxnSpPr>
                <p:nvPr/>
              </p:nvCxnSpPr>
              <p:spPr>
                <a:xfrm>
                  <a:off x="3506603" y="780249"/>
                  <a:ext cx="270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1" name="Google Shape;121;p3"/>
              <p:cNvSpPr/>
              <p:nvPr/>
            </p:nvSpPr>
            <p:spPr>
              <a:xfrm>
                <a:off x="2315150" y="8647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22" name="Google Shape;122;p3"/>
          <p:cNvSpPr txBox="1"/>
          <p:nvPr>
            <p:ph type="title"/>
          </p:nvPr>
        </p:nvSpPr>
        <p:spPr>
          <a:xfrm>
            <a:off x="713225" y="2652150"/>
            <a:ext cx="4064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3" name="Google Shape;123;p3"/>
          <p:cNvSpPr txBox="1"/>
          <p:nvPr>
            <p:ph hasCustomPrompt="1" idx="2" type="title"/>
          </p:nvPr>
        </p:nvSpPr>
        <p:spPr>
          <a:xfrm>
            <a:off x="720000" y="1913638"/>
            <a:ext cx="1324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" name="Google Shape;124;p3"/>
          <p:cNvSpPr txBox="1"/>
          <p:nvPr>
            <p:ph idx="1" type="subTitle"/>
          </p:nvPr>
        </p:nvSpPr>
        <p:spPr>
          <a:xfrm>
            <a:off x="713225" y="3592128"/>
            <a:ext cx="4064400" cy="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3"/>
          <p:cNvSpPr/>
          <p:nvPr>
            <p:ph idx="3" type="pic"/>
          </p:nvPr>
        </p:nvSpPr>
        <p:spPr>
          <a:xfrm>
            <a:off x="4930725" y="1061800"/>
            <a:ext cx="3500100" cy="301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719975" y="1147224"/>
            <a:ext cx="77040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9" name="Google Shape;129;p4"/>
          <p:cNvGrpSpPr/>
          <p:nvPr/>
        </p:nvGrpSpPr>
        <p:grpSpPr>
          <a:xfrm>
            <a:off x="-278087" y="-312689"/>
            <a:ext cx="9361049" cy="5744521"/>
            <a:chOff x="-278087" y="-312689"/>
            <a:chExt cx="9361049" cy="5744521"/>
          </a:xfrm>
        </p:grpSpPr>
        <p:grpSp>
          <p:nvGrpSpPr>
            <p:cNvPr id="130" name="Google Shape;130;p4"/>
            <p:cNvGrpSpPr/>
            <p:nvPr/>
          </p:nvGrpSpPr>
          <p:grpSpPr>
            <a:xfrm>
              <a:off x="4109226" y="-312689"/>
              <a:ext cx="4973735" cy="2068730"/>
              <a:chOff x="4109226" y="-312689"/>
              <a:chExt cx="4973735" cy="2068730"/>
            </a:xfrm>
          </p:grpSpPr>
          <p:grpSp>
            <p:nvGrpSpPr>
              <p:cNvPr id="131" name="Google Shape;131;p4"/>
              <p:cNvGrpSpPr/>
              <p:nvPr/>
            </p:nvGrpSpPr>
            <p:grpSpPr>
              <a:xfrm>
                <a:off x="4109226" y="-312689"/>
                <a:ext cx="4929199" cy="1831430"/>
                <a:chOff x="4035851" y="-41164"/>
                <a:chExt cx="4929199" cy="1831430"/>
              </a:xfrm>
            </p:grpSpPr>
            <p:grpSp>
              <p:nvGrpSpPr>
                <p:cNvPr id="132" name="Google Shape;132;p4"/>
                <p:cNvGrpSpPr/>
                <p:nvPr/>
              </p:nvGrpSpPr>
              <p:grpSpPr>
                <a:xfrm>
                  <a:off x="7832150" y="-41164"/>
                  <a:ext cx="815700" cy="706500"/>
                  <a:chOff x="8022925" y="186250"/>
                  <a:chExt cx="815700" cy="706500"/>
                </a:xfrm>
              </p:grpSpPr>
              <p:sp>
                <p:nvSpPr>
                  <p:cNvPr id="133" name="Google Shape;133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4" name="Google Shape;134;p4"/>
                  <p:cNvSpPr/>
                  <p:nvPr/>
                </p:nvSpPr>
                <p:spPr>
                  <a:xfrm>
                    <a:off x="8104477" y="256921"/>
                    <a:ext cx="652800" cy="5652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5" name="Google Shape;135;p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36" name="Google Shape;136;p4"/>
                <p:cNvGrpSpPr/>
                <p:nvPr/>
              </p:nvGrpSpPr>
              <p:grpSpPr>
                <a:xfrm>
                  <a:off x="7116830" y="85652"/>
                  <a:ext cx="522864" cy="452867"/>
                  <a:chOff x="8022925" y="186250"/>
                  <a:chExt cx="815700" cy="706500"/>
                </a:xfrm>
              </p:grpSpPr>
              <p:sp>
                <p:nvSpPr>
                  <p:cNvPr id="137" name="Google Shape;137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8" name="Google Shape;138;p4"/>
                  <p:cNvSpPr/>
                  <p:nvPr/>
                </p:nvSpPr>
                <p:spPr>
                  <a:xfrm>
                    <a:off x="8159419" y="304478"/>
                    <a:ext cx="543000" cy="470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9" name="Google Shape;139;p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40" name="Google Shape;140;p4"/>
                <p:cNvCxnSpPr>
                  <a:stCxn id="137" idx="0"/>
                  <a:endCxn id="133" idx="3"/>
                </p:cNvCxnSpPr>
                <p:nvPr/>
              </p:nvCxnSpPr>
              <p:spPr>
                <a:xfrm>
                  <a:off x="7639694" y="312086"/>
                  <a:ext cx="1926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141" name="Google Shape;141;p4"/>
                <p:cNvGrpSpPr/>
                <p:nvPr/>
              </p:nvGrpSpPr>
              <p:grpSpPr>
                <a:xfrm>
                  <a:off x="6041340" y="252293"/>
                  <a:ext cx="549374" cy="475828"/>
                  <a:chOff x="8022925" y="186250"/>
                  <a:chExt cx="815700" cy="706500"/>
                </a:xfrm>
              </p:grpSpPr>
              <p:sp>
                <p:nvSpPr>
                  <p:cNvPr id="142" name="Google Shape;142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43" name="Google Shape;143;p4"/>
                  <p:cNvSpPr/>
                  <p:nvPr/>
                </p:nvSpPr>
                <p:spPr>
                  <a:xfrm>
                    <a:off x="8156075" y="301599"/>
                    <a:ext cx="549600" cy="475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44" name="Google Shape;144;p4"/>
                <p:cNvCxnSpPr>
                  <a:stCxn id="137" idx="3"/>
                  <a:endCxn id="142" idx="0"/>
                </p:cNvCxnSpPr>
                <p:nvPr/>
              </p:nvCxnSpPr>
              <p:spPr>
                <a:xfrm flipH="1">
                  <a:off x="6590630" y="312086"/>
                  <a:ext cx="526200" cy="17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4"/>
                <p:cNvCxnSpPr>
                  <a:stCxn id="142" idx="3"/>
                  <a:endCxn id="146" idx="0"/>
                </p:cNvCxnSpPr>
                <p:nvPr/>
              </p:nvCxnSpPr>
              <p:spPr>
                <a:xfrm rot="10800000">
                  <a:off x="4272840" y="490207"/>
                  <a:ext cx="1768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46" name="Google Shape;146;p4"/>
                <p:cNvSpPr/>
                <p:nvPr/>
              </p:nvSpPr>
              <p:spPr>
                <a:xfrm>
                  <a:off x="4035851" y="387446"/>
                  <a:ext cx="237000" cy="205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147" name="Google Shape;147;p4"/>
                <p:cNvGrpSpPr/>
                <p:nvPr/>
              </p:nvGrpSpPr>
              <p:grpSpPr>
                <a:xfrm>
                  <a:off x="8471225" y="665336"/>
                  <a:ext cx="436661" cy="1124931"/>
                  <a:chOff x="8471225" y="665336"/>
                  <a:chExt cx="436661" cy="1124931"/>
                </a:xfrm>
              </p:grpSpPr>
              <p:cxnSp>
                <p:nvCxnSpPr>
                  <p:cNvPr id="148" name="Google Shape;148;p4"/>
                  <p:cNvCxnSpPr>
                    <a:stCxn id="133" idx="1"/>
                  </p:cNvCxnSpPr>
                  <p:nvPr/>
                </p:nvCxnSpPr>
                <p:spPr>
                  <a:xfrm>
                    <a:off x="8471225" y="665336"/>
                    <a:ext cx="436500" cy="384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9" name="Google Shape;149;p4"/>
                  <p:cNvCxnSpPr>
                    <a:endCxn id="150" idx="3"/>
                  </p:cNvCxnSpPr>
                  <p:nvPr/>
                </p:nvCxnSpPr>
                <p:spPr>
                  <a:xfrm flipH="1">
                    <a:off x="8906986" y="1072366"/>
                    <a:ext cx="900" cy="7179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151" name="Google Shape;151;p4"/>
                <p:cNvSpPr/>
                <p:nvPr/>
              </p:nvSpPr>
              <p:spPr>
                <a:xfrm>
                  <a:off x="8850450" y="990550"/>
                  <a:ext cx="114600" cy="114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50" name="Google Shape;150;p4"/>
              <p:cNvSpPr/>
              <p:nvPr/>
            </p:nvSpPr>
            <p:spPr>
              <a:xfrm rot="5400000">
                <a:off x="8861711" y="1534791"/>
                <a:ext cx="237300" cy="2052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52" name="Google Shape;152;p4"/>
            <p:cNvGrpSpPr/>
            <p:nvPr/>
          </p:nvGrpSpPr>
          <p:grpSpPr>
            <a:xfrm>
              <a:off x="-278087" y="3785300"/>
              <a:ext cx="1835863" cy="1646533"/>
              <a:chOff x="8352175" y="-274150"/>
              <a:chExt cx="1835863" cy="1646533"/>
            </a:xfrm>
          </p:grpSpPr>
          <p:grpSp>
            <p:nvGrpSpPr>
              <p:cNvPr id="153" name="Google Shape;153;p4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54" name="Google Shape;154;p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55" name="Google Shape;155;p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57" name="Google Shape;157;p4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59" name="Google Shape;159;p4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60" name="Google Shape;160;p4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61" name="Google Shape;161;p4"/>
                  <p:cNvCxnSpPr>
                    <a:stCxn id="15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62" name="Google Shape;162;p4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63" name="Google Shape;163;p4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64" name="Google Shape;164;p4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65" name="Google Shape;165;p4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66" name="Google Shape;166;p4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67" name="Google Shape;167;p4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68" name="Google Shape;168;p4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" name="Google Shape;172;p5"/>
          <p:cNvSpPr txBox="1"/>
          <p:nvPr>
            <p:ph idx="1" type="subTitle"/>
          </p:nvPr>
        </p:nvSpPr>
        <p:spPr>
          <a:xfrm>
            <a:off x="4725900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73" name="Google Shape;173;p5"/>
          <p:cNvSpPr txBox="1"/>
          <p:nvPr>
            <p:ph idx="2" type="subTitle"/>
          </p:nvPr>
        </p:nvSpPr>
        <p:spPr>
          <a:xfrm>
            <a:off x="720000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74" name="Google Shape;174;p5"/>
          <p:cNvSpPr txBox="1"/>
          <p:nvPr>
            <p:ph idx="3" type="subTitle"/>
          </p:nvPr>
        </p:nvSpPr>
        <p:spPr>
          <a:xfrm>
            <a:off x="720000" y="1460025"/>
            <a:ext cx="3698100" cy="4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75" name="Google Shape;175;p5"/>
          <p:cNvSpPr txBox="1"/>
          <p:nvPr>
            <p:ph idx="4" type="subTitle"/>
          </p:nvPr>
        </p:nvSpPr>
        <p:spPr>
          <a:xfrm>
            <a:off x="4725900" y="1460025"/>
            <a:ext cx="3698100" cy="4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176" name="Google Shape;176;p5"/>
          <p:cNvGrpSpPr/>
          <p:nvPr/>
        </p:nvGrpSpPr>
        <p:grpSpPr>
          <a:xfrm>
            <a:off x="-543500" y="130633"/>
            <a:ext cx="10264508" cy="5328200"/>
            <a:chOff x="-543500" y="130633"/>
            <a:chExt cx="10264508" cy="5328200"/>
          </a:xfrm>
        </p:grpSpPr>
        <p:grpSp>
          <p:nvGrpSpPr>
            <p:cNvPr id="177" name="Google Shape;177;p5"/>
            <p:cNvGrpSpPr/>
            <p:nvPr/>
          </p:nvGrpSpPr>
          <p:grpSpPr>
            <a:xfrm rot="5400000">
              <a:off x="8662178" y="1914413"/>
              <a:ext cx="1128460" cy="989200"/>
              <a:chOff x="2136440" y="1592025"/>
              <a:chExt cx="1128460" cy="989200"/>
            </a:xfrm>
          </p:grpSpPr>
          <p:grpSp>
            <p:nvGrpSpPr>
              <p:cNvPr id="178" name="Google Shape;178;p5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79" name="Google Shape;179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0" name="Google Shape;180;p5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81" name="Google Shape;181;p5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2" name="Google Shape;182;p5"/>
              <p:cNvCxnSpPr>
                <a:stCxn id="179" idx="3"/>
              </p:cNvCxnSpPr>
              <p:nvPr/>
            </p:nvCxnSpPr>
            <p:spPr>
              <a:xfrm rot="10800000">
                <a:off x="3063300" y="2076954"/>
                <a:ext cx="0" cy="40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5"/>
              <p:cNvCxnSpPr>
                <a:stCxn id="179" idx="1"/>
              </p:cNvCxnSpPr>
              <p:nvPr/>
            </p:nvCxnSpPr>
            <p:spPr>
              <a:xfrm flipH="1" rot="5400000">
                <a:off x="2092183" y="1715002"/>
                <a:ext cx="391800" cy="22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4" name="Google Shape;184;p5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85" name="Google Shape;185;p5"/>
            <p:cNvGrpSpPr/>
            <p:nvPr/>
          </p:nvGrpSpPr>
          <p:grpSpPr>
            <a:xfrm rot="5400000">
              <a:off x="7881052" y="377463"/>
              <a:ext cx="1845335" cy="1351673"/>
              <a:chOff x="1557290" y="2633002"/>
              <a:chExt cx="1845335" cy="1351673"/>
            </a:xfrm>
          </p:grpSpPr>
          <p:grpSp>
            <p:nvGrpSpPr>
              <p:cNvPr id="186" name="Google Shape;186;p5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187" name="Google Shape;187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8" name="Google Shape;188;p5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89" name="Google Shape;189;p5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90" name="Google Shape;190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92" name="Google Shape;192;p5"/>
              <p:cNvCxnSpPr>
                <a:stCxn id="190" idx="0"/>
              </p:cNvCxnSpPr>
              <p:nvPr/>
            </p:nvCxnSpPr>
            <p:spPr>
              <a:xfrm>
                <a:off x="2737582" y="2810304"/>
                <a:ext cx="0" cy="15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" name="Google Shape;193;p5"/>
              <p:cNvCxnSpPr>
                <a:stCxn id="187" idx="3"/>
              </p:cNvCxnSpPr>
              <p:nvPr/>
            </p:nvCxnSpPr>
            <p:spPr>
              <a:xfrm rot="-5400000">
                <a:off x="2534042" y="2944120"/>
                <a:ext cx="187500" cy="7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p5"/>
              <p:cNvCxnSpPr>
                <a:stCxn id="187" idx="5"/>
              </p:cNvCxnSpPr>
              <p:nvPr/>
            </p:nvCxnSpPr>
            <p:spPr>
              <a:xfrm rot="5400000">
                <a:off x="1495711" y="3572755"/>
                <a:ext cx="477600" cy="27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5" name="Google Shape;195;p5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96" name="Google Shape;196;p5"/>
            <p:cNvGrpSpPr/>
            <p:nvPr/>
          </p:nvGrpSpPr>
          <p:grpSpPr>
            <a:xfrm>
              <a:off x="-543500" y="3812300"/>
              <a:ext cx="2410926" cy="1646533"/>
              <a:chOff x="8352175" y="-274150"/>
              <a:chExt cx="2410926" cy="1646533"/>
            </a:xfrm>
          </p:grpSpPr>
          <p:grpSp>
            <p:nvGrpSpPr>
              <p:cNvPr id="197" name="Google Shape;197;p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98" name="Google Shape;198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9" name="Google Shape;199;p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00" name="Google Shape;200;p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01" name="Google Shape;201;p5"/>
              <p:cNvSpPr/>
              <p:nvPr/>
            </p:nvSpPr>
            <p:spPr>
              <a:xfrm>
                <a:off x="10305901" y="6162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203" name="Google Shape;203;p5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204" name="Google Shape;204;p5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205" name="Google Shape;205;p5"/>
                  <p:cNvCxnSpPr>
                    <a:stCxn id="198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06" name="Google Shape;206;p5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207" name="Google Shape;207;p5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08" name="Google Shape;208;p5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209" name="Google Shape;209;p5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210" name="Google Shape;210;p5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1" name="Google Shape;211;p5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12" name="Google Shape;212;p5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8942352" y="174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14" name="Google Shape;214;p5"/>
            <p:cNvGrpSpPr/>
            <p:nvPr/>
          </p:nvGrpSpPr>
          <p:grpSpPr>
            <a:xfrm rot="5400000">
              <a:off x="8213581" y="3913128"/>
              <a:ext cx="1180258" cy="1390907"/>
              <a:chOff x="4046769" y="1482116"/>
              <a:chExt cx="1180258" cy="1390907"/>
            </a:xfrm>
          </p:grpSpPr>
          <p:grpSp>
            <p:nvGrpSpPr>
              <p:cNvPr id="215" name="Google Shape;215;p5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216" name="Google Shape;216;p5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217" name="Google Shape;217;p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18" name="Google Shape;218;p5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19" name="Google Shape;219;p5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220" name="Google Shape;220;p5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21" name="Google Shape;221;p5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22" name="Google Shape;222;p5"/>
              <p:cNvCxnSpPr>
                <a:stCxn id="217" idx="1"/>
                <a:endCxn id="223" idx="0"/>
              </p:cNvCxnSpPr>
              <p:nvPr/>
            </p:nvCxnSpPr>
            <p:spPr>
              <a:xfrm flipH="1" rot="-5400000">
                <a:off x="4749671" y="2219382"/>
                <a:ext cx="135000" cy="17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3" name="Google Shape;223;p5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7" name="Google Shape;227;p6"/>
          <p:cNvGrpSpPr/>
          <p:nvPr/>
        </p:nvGrpSpPr>
        <p:grpSpPr>
          <a:xfrm flipH="1" rot="10800000">
            <a:off x="6114715" y="3341034"/>
            <a:ext cx="2968246" cy="2068730"/>
            <a:chOff x="6114715" y="-312689"/>
            <a:chExt cx="2968246" cy="2068730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6114715" y="-312689"/>
              <a:ext cx="2923710" cy="1831430"/>
              <a:chOff x="6041340" y="-41164"/>
              <a:chExt cx="2923710" cy="1831430"/>
            </a:xfrm>
          </p:grpSpPr>
          <p:grpSp>
            <p:nvGrpSpPr>
              <p:cNvPr id="229" name="Google Shape;229;p6"/>
              <p:cNvGrpSpPr/>
              <p:nvPr/>
            </p:nvGrpSpPr>
            <p:grpSpPr>
              <a:xfrm>
                <a:off x="7832150" y="-41164"/>
                <a:ext cx="815700" cy="706500"/>
                <a:chOff x="8022925" y="186250"/>
                <a:chExt cx="815700" cy="706500"/>
              </a:xfrm>
            </p:grpSpPr>
            <p:sp>
              <p:nvSpPr>
                <p:cNvPr id="230" name="Google Shape;230;p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1" name="Google Shape;231;p6"/>
                <p:cNvSpPr/>
                <p:nvPr/>
              </p:nvSpPr>
              <p:spPr>
                <a:xfrm>
                  <a:off x="8104477" y="256921"/>
                  <a:ext cx="652800" cy="565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2" name="Google Shape;232;p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33" name="Google Shape;233;p6"/>
              <p:cNvGrpSpPr/>
              <p:nvPr/>
            </p:nvGrpSpPr>
            <p:grpSpPr>
              <a:xfrm>
                <a:off x="7116830" y="85652"/>
                <a:ext cx="522864" cy="452867"/>
                <a:chOff x="8022925" y="186250"/>
                <a:chExt cx="815700" cy="706500"/>
              </a:xfrm>
            </p:grpSpPr>
            <p:sp>
              <p:nvSpPr>
                <p:cNvPr id="234" name="Google Shape;234;p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5" name="Google Shape;235;p6"/>
                <p:cNvSpPr/>
                <p:nvPr/>
              </p:nvSpPr>
              <p:spPr>
                <a:xfrm>
                  <a:off x="8159419" y="304478"/>
                  <a:ext cx="543000" cy="470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6" name="Google Shape;236;p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37" name="Google Shape;237;p6"/>
              <p:cNvCxnSpPr>
                <a:stCxn id="234" idx="0"/>
                <a:endCxn id="230" idx="3"/>
              </p:cNvCxnSpPr>
              <p:nvPr/>
            </p:nvCxnSpPr>
            <p:spPr>
              <a:xfrm>
                <a:off x="7639694" y="312086"/>
                <a:ext cx="192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38" name="Google Shape;238;p6"/>
              <p:cNvGrpSpPr/>
              <p:nvPr/>
            </p:nvGrpSpPr>
            <p:grpSpPr>
              <a:xfrm>
                <a:off x="6041340" y="189494"/>
                <a:ext cx="549374" cy="475828"/>
                <a:chOff x="8022925" y="93007"/>
                <a:chExt cx="815700" cy="706500"/>
              </a:xfrm>
            </p:grpSpPr>
            <p:sp>
              <p:nvSpPr>
                <p:cNvPr id="239" name="Google Shape;239;p6"/>
                <p:cNvSpPr/>
                <p:nvPr/>
              </p:nvSpPr>
              <p:spPr>
                <a:xfrm>
                  <a:off x="8022925" y="93007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40" name="Google Shape;240;p6"/>
                <p:cNvSpPr/>
                <p:nvPr/>
              </p:nvSpPr>
              <p:spPr>
                <a:xfrm>
                  <a:off x="8156075" y="208356"/>
                  <a:ext cx="549600" cy="475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41" name="Google Shape;241;p6"/>
              <p:cNvCxnSpPr>
                <a:stCxn id="234" idx="3"/>
                <a:endCxn id="239" idx="0"/>
              </p:cNvCxnSpPr>
              <p:nvPr/>
            </p:nvCxnSpPr>
            <p:spPr>
              <a:xfrm flipH="1">
                <a:off x="6590630" y="312086"/>
                <a:ext cx="526200" cy="1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2" name="Google Shape;242;p6"/>
              <p:cNvGrpSpPr/>
              <p:nvPr/>
            </p:nvGrpSpPr>
            <p:grpSpPr>
              <a:xfrm>
                <a:off x="8471225" y="665336"/>
                <a:ext cx="436661" cy="1124931"/>
                <a:chOff x="8471225" y="665336"/>
                <a:chExt cx="436661" cy="1124931"/>
              </a:xfrm>
            </p:grpSpPr>
            <p:cxnSp>
              <p:nvCxnSpPr>
                <p:cNvPr id="243" name="Google Shape;243;p6"/>
                <p:cNvCxnSpPr>
                  <a:stCxn id="230" idx="1"/>
                </p:cNvCxnSpPr>
                <p:nvPr/>
              </p:nvCxnSpPr>
              <p:spPr>
                <a:xfrm>
                  <a:off x="8471225" y="665336"/>
                  <a:ext cx="436500" cy="384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" name="Google Shape;244;p6"/>
                <p:cNvCxnSpPr>
                  <a:endCxn id="245" idx="3"/>
                </p:cNvCxnSpPr>
                <p:nvPr/>
              </p:nvCxnSpPr>
              <p:spPr>
                <a:xfrm flipH="1">
                  <a:off x="8906986" y="1072366"/>
                  <a:ext cx="900" cy="717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6" name="Google Shape;246;p6"/>
              <p:cNvSpPr/>
              <p:nvPr/>
            </p:nvSpPr>
            <p:spPr>
              <a:xfrm>
                <a:off x="8850450" y="990550"/>
                <a:ext cx="114600" cy="11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45" name="Google Shape;245;p6"/>
            <p:cNvSpPr/>
            <p:nvPr/>
          </p:nvSpPr>
          <p:spPr>
            <a:xfrm rot="5400000">
              <a:off x="8861711" y="1534791"/>
              <a:ext cx="237300" cy="2052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7" name="Google Shape;247;p6"/>
          <p:cNvGrpSpPr/>
          <p:nvPr/>
        </p:nvGrpSpPr>
        <p:grpSpPr>
          <a:xfrm flipH="1" rot="10800000">
            <a:off x="-278087" y="-479096"/>
            <a:ext cx="1835863" cy="1646533"/>
            <a:chOff x="8352175" y="-274150"/>
            <a:chExt cx="1835863" cy="1646533"/>
          </a:xfrm>
        </p:grpSpPr>
        <p:grpSp>
          <p:nvGrpSpPr>
            <p:cNvPr id="248" name="Google Shape;248;p6"/>
            <p:cNvGrpSpPr/>
            <p:nvPr/>
          </p:nvGrpSpPr>
          <p:grpSpPr>
            <a:xfrm>
              <a:off x="9314994" y="616216"/>
              <a:ext cx="873044" cy="756167"/>
              <a:chOff x="8022925" y="186250"/>
              <a:chExt cx="815700" cy="706500"/>
            </a:xfrm>
          </p:grpSpPr>
          <p:sp>
            <p:nvSpPr>
              <p:cNvPr id="249" name="Google Shape;249;p6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3718" y="282237"/>
                <a:ext cx="594300" cy="514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40438" y="374705"/>
                <a:ext cx="380700" cy="3297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52" name="Google Shape;252;p6"/>
            <p:cNvSpPr/>
            <p:nvPr/>
          </p:nvSpPr>
          <p:spPr>
            <a:xfrm>
              <a:off x="8383126" y="-206726"/>
              <a:ext cx="457200" cy="3960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9118688" y="590550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54" name="Google Shape;254;p6"/>
            <p:cNvGrpSpPr/>
            <p:nvPr/>
          </p:nvGrpSpPr>
          <p:grpSpPr>
            <a:xfrm>
              <a:off x="8408775" y="-274150"/>
              <a:ext cx="906219" cy="1300800"/>
              <a:chOff x="6860600" y="1707050"/>
              <a:chExt cx="906219" cy="1300800"/>
            </a:xfrm>
          </p:grpSpPr>
          <p:grpSp>
            <p:nvGrpSpPr>
              <p:cNvPr id="255" name="Google Shape;255;p6"/>
              <p:cNvGrpSpPr/>
              <p:nvPr/>
            </p:nvGrpSpPr>
            <p:grpSpPr>
              <a:xfrm>
                <a:off x="6860600" y="2285500"/>
                <a:ext cx="906219" cy="722350"/>
                <a:chOff x="6860600" y="2285500"/>
                <a:chExt cx="906219" cy="722350"/>
              </a:xfrm>
            </p:grpSpPr>
            <p:cxnSp>
              <p:nvCxnSpPr>
                <p:cNvPr id="256" name="Google Shape;256;p6"/>
                <p:cNvCxnSpPr>
                  <a:stCxn id="249" idx="3"/>
                </p:cNvCxnSpPr>
                <p:nvPr/>
              </p:nvCxnSpPr>
              <p:spPr>
                <a:xfrm rot="10800000">
                  <a:off x="7612919" y="2975499"/>
                  <a:ext cx="153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257" name="Google Shape;257;p6"/>
                <p:cNvGrpSpPr/>
                <p:nvPr/>
              </p:nvGrpSpPr>
              <p:grpSpPr>
                <a:xfrm>
                  <a:off x="6860600" y="2285500"/>
                  <a:ext cx="755625" cy="690000"/>
                  <a:chOff x="6860600" y="2285500"/>
                  <a:chExt cx="755625" cy="690000"/>
                </a:xfrm>
              </p:grpSpPr>
              <p:cxnSp>
                <p:nvCxnSpPr>
                  <p:cNvPr id="258" name="Google Shape;258;p6"/>
                  <p:cNvCxnSpPr/>
                  <p:nvPr/>
                </p:nvCxnSpPr>
                <p:spPr>
                  <a:xfrm rot="10800000">
                    <a:off x="7262825" y="2285500"/>
                    <a:ext cx="353400" cy="690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59" name="Google Shape;259;p6"/>
                  <p:cNvCxnSpPr/>
                  <p:nvPr/>
                </p:nvCxnSpPr>
                <p:spPr>
                  <a:xfrm rot="10800000">
                    <a:off x="6860600" y="2289200"/>
                    <a:ext cx="405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260" name="Google Shape;260;p6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61" name="Google Shape;261;p6"/>
              <p:cNvCxnSpPr/>
              <p:nvPr/>
            </p:nvCxnSpPr>
            <p:spPr>
              <a:xfrm flipH="1" rot="10800000">
                <a:off x="7261350" y="1744525"/>
                <a:ext cx="315600" cy="54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2" name="Google Shape;262;p6"/>
              <p:cNvSpPr/>
              <p:nvPr/>
            </p:nvSpPr>
            <p:spPr>
              <a:xfrm>
                <a:off x="7545125" y="1707050"/>
                <a:ext cx="73500" cy="73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63" name="Google Shape;263;p6"/>
            <p:cNvSpPr/>
            <p:nvPr/>
          </p:nvSpPr>
          <p:spPr>
            <a:xfrm>
              <a:off x="8352175" y="268675"/>
              <a:ext cx="78600" cy="7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8504977" y="426753"/>
              <a:ext cx="307200" cy="266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AFE0D9">
                <a:alpha val="59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/>
          <p:nvPr>
            <p:ph idx="1" type="subTitle"/>
          </p:nvPr>
        </p:nvSpPr>
        <p:spPr>
          <a:xfrm>
            <a:off x="720000" y="1347250"/>
            <a:ext cx="41184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67" name="Google Shape;267;p7"/>
          <p:cNvSpPr/>
          <p:nvPr>
            <p:ph idx="2" type="pic"/>
          </p:nvPr>
        </p:nvSpPr>
        <p:spPr>
          <a:xfrm>
            <a:off x="5346075" y="1411300"/>
            <a:ext cx="3084600" cy="319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69" name="Google Shape;269;p7"/>
          <p:cNvGrpSpPr/>
          <p:nvPr/>
        </p:nvGrpSpPr>
        <p:grpSpPr>
          <a:xfrm>
            <a:off x="-498798" y="-311134"/>
            <a:ext cx="9996544" cy="6330709"/>
            <a:chOff x="-498798" y="-311134"/>
            <a:chExt cx="9996544" cy="6330709"/>
          </a:xfrm>
        </p:grpSpPr>
        <p:grpSp>
          <p:nvGrpSpPr>
            <p:cNvPr id="270" name="Google Shape;270;p7"/>
            <p:cNvGrpSpPr/>
            <p:nvPr/>
          </p:nvGrpSpPr>
          <p:grpSpPr>
            <a:xfrm rot="10800000">
              <a:off x="-498798" y="3571972"/>
              <a:ext cx="2965866" cy="2447603"/>
              <a:chOff x="4428309" y="-851325"/>
              <a:chExt cx="2965866" cy="2447603"/>
            </a:xfrm>
          </p:grpSpPr>
          <p:grpSp>
            <p:nvGrpSpPr>
              <p:cNvPr id="271" name="Google Shape;271;p7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272" name="Google Shape;272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75" name="Google Shape;275;p7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276" name="Google Shape;276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78" name="Google Shape;278;p7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279" name="Google Shape;279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81" name="Google Shape;281;p7"/>
              <p:cNvGrpSpPr/>
              <p:nvPr/>
            </p:nvGrpSpPr>
            <p:grpSpPr>
              <a:xfrm>
                <a:off x="6287065" y="600244"/>
                <a:ext cx="587793" cy="509104"/>
                <a:chOff x="8296725" y="186250"/>
                <a:chExt cx="815700" cy="706500"/>
              </a:xfrm>
            </p:grpSpPr>
            <p:sp>
              <p:nvSpPr>
                <p:cNvPr id="282" name="Google Shape;282;p7"/>
                <p:cNvSpPr/>
                <p:nvPr/>
              </p:nvSpPr>
              <p:spPr>
                <a:xfrm>
                  <a:off x="82967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84871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>
                <a:off x="66965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" name="Google Shape;285;p7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6" name="Google Shape;286;p7"/>
              <p:cNvCxnSpPr>
                <a:stCxn id="279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7"/>
              <p:cNvCxnSpPr>
                <a:stCxn id="276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7"/>
              <p:cNvCxnSpPr>
                <a:stCxn id="282" idx="1"/>
              </p:cNvCxnSpPr>
              <p:nvPr/>
            </p:nvCxnSpPr>
            <p:spPr>
              <a:xfrm>
                <a:off x="67475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9" name="Google Shape;289;p7"/>
              <p:cNvSpPr/>
              <p:nvPr/>
            </p:nvSpPr>
            <p:spPr>
              <a:xfrm>
                <a:off x="69337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0" name="Google Shape;290;p7"/>
              <p:cNvCxnSpPr>
                <a:stCxn id="276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" name="Google Shape;291;p7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6499602" y="13301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93" name="Google Shape;293;p7"/>
            <p:cNvGrpSpPr/>
            <p:nvPr/>
          </p:nvGrpSpPr>
          <p:grpSpPr>
            <a:xfrm flipH="1">
              <a:off x="8555763" y="3880174"/>
              <a:ext cx="825115" cy="1625907"/>
              <a:chOff x="9282198" y="-206726"/>
              <a:chExt cx="825115" cy="1625907"/>
            </a:xfrm>
          </p:grpSpPr>
          <p:grpSp>
            <p:nvGrpSpPr>
              <p:cNvPr id="294" name="Google Shape;294;p7"/>
              <p:cNvGrpSpPr/>
              <p:nvPr/>
            </p:nvGrpSpPr>
            <p:grpSpPr>
              <a:xfrm>
                <a:off x="9282198" y="546137"/>
                <a:ext cx="756167" cy="873044"/>
                <a:chOff x="7992283" y="120774"/>
                <a:chExt cx="706500" cy="815700"/>
              </a:xfrm>
            </p:grpSpPr>
            <p:sp>
              <p:nvSpPr>
                <p:cNvPr id="295" name="Google Shape;295;p7"/>
                <p:cNvSpPr/>
                <p:nvPr/>
              </p:nvSpPr>
              <p:spPr>
                <a:xfrm rot="5400000">
                  <a:off x="7937683" y="175374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" name="Google Shape;296;p7"/>
                <p:cNvSpPr/>
                <p:nvPr/>
              </p:nvSpPr>
              <p:spPr>
                <a:xfrm rot="5400000">
                  <a:off x="8048396" y="27146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" name="Google Shape;297;p7"/>
                <p:cNvSpPr/>
                <p:nvPr/>
              </p:nvSpPr>
              <p:spPr>
                <a:xfrm rot="5400000">
                  <a:off x="8155128" y="363787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98" name="Google Shape;298;p7"/>
              <p:cNvSpPr/>
              <p:nvPr/>
            </p:nvSpPr>
            <p:spPr>
              <a:xfrm>
                <a:off x="9547801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10005013" y="1892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00" name="Google Shape;300;p7"/>
              <p:cNvGrpSpPr/>
              <p:nvPr/>
            </p:nvGrpSpPr>
            <p:grpSpPr>
              <a:xfrm>
                <a:off x="9627930" y="363668"/>
                <a:ext cx="64800" cy="182469"/>
                <a:chOff x="8079755" y="2344868"/>
                <a:chExt cx="64800" cy="182469"/>
              </a:xfrm>
            </p:grpSpPr>
            <p:cxnSp>
              <p:nvCxnSpPr>
                <p:cNvPr id="301" name="Google Shape;301;p7"/>
                <p:cNvCxnSpPr>
                  <a:stCxn id="295" idx="3"/>
                </p:cNvCxnSpPr>
                <p:nvPr/>
              </p:nvCxnSpPr>
              <p:spPr>
                <a:xfrm rot="10800000">
                  <a:off x="8112106" y="2373437"/>
                  <a:ext cx="0" cy="153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2" name="Google Shape;302;p7"/>
                <p:cNvSpPr/>
                <p:nvPr/>
              </p:nvSpPr>
              <p:spPr>
                <a:xfrm rot="5400000">
                  <a:off x="8079755" y="2344868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03" name="Google Shape;303;p7"/>
              <p:cNvSpPr/>
              <p:nvPr/>
            </p:nvSpPr>
            <p:spPr>
              <a:xfrm>
                <a:off x="9622802" y="-1417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4" name="Google Shape;304;p7"/>
            <p:cNvGrpSpPr/>
            <p:nvPr/>
          </p:nvGrpSpPr>
          <p:grpSpPr>
            <a:xfrm flipH="1">
              <a:off x="8277176" y="-311134"/>
              <a:ext cx="1220571" cy="1450531"/>
              <a:chOff x="6134231" y="-642422"/>
              <a:chExt cx="1220571" cy="1450531"/>
            </a:xfrm>
          </p:grpSpPr>
          <p:grpSp>
            <p:nvGrpSpPr>
              <p:cNvPr id="305" name="Google Shape;305;p7"/>
              <p:cNvGrpSpPr/>
              <p:nvPr/>
            </p:nvGrpSpPr>
            <p:grpSpPr>
              <a:xfrm>
                <a:off x="6134231" y="-642422"/>
                <a:ext cx="873044" cy="756167"/>
                <a:chOff x="7392284" y="-113981"/>
                <a:chExt cx="815700" cy="706500"/>
              </a:xfrm>
            </p:grpSpPr>
            <p:sp>
              <p:nvSpPr>
                <p:cNvPr id="306" name="Google Shape;306;p7"/>
                <p:cNvSpPr/>
                <p:nvPr/>
              </p:nvSpPr>
              <p:spPr>
                <a:xfrm>
                  <a:off x="7392284" y="-113981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" name="Google Shape;307;p7"/>
                <p:cNvSpPr/>
                <p:nvPr/>
              </p:nvSpPr>
              <p:spPr>
                <a:xfrm>
                  <a:off x="7503077" y="-17994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" name="Google Shape;308;p7"/>
                <p:cNvSpPr/>
                <p:nvPr/>
              </p:nvSpPr>
              <p:spPr>
                <a:xfrm>
                  <a:off x="7609797" y="74474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09" name="Google Shape;309;p7"/>
              <p:cNvGrpSpPr/>
              <p:nvPr/>
            </p:nvGrpSpPr>
            <p:grpSpPr>
              <a:xfrm flipH="1" rot="10800000">
                <a:off x="6550088" y="-170208"/>
                <a:ext cx="804714" cy="978317"/>
                <a:chOff x="7359301" y="-25539"/>
                <a:chExt cx="804714" cy="978317"/>
              </a:xfrm>
            </p:grpSpPr>
            <p:sp>
              <p:nvSpPr>
                <p:cNvPr id="310" name="Google Shape;310;p7"/>
                <p:cNvSpPr/>
                <p:nvPr/>
              </p:nvSpPr>
              <p:spPr>
                <a:xfrm>
                  <a:off x="7359301" y="-25539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" name="Google Shape;311;p7"/>
                <p:cNvSpPr/>
                <p:nvPr/>
              </p:nvSpPr>
              <p:spPr>
                <a:xfrm>
                  <a:off x="7499188" y="41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" name="Google Shape;312;p7"/>
                <p:cNvSpPr/>
                <p:nvPr/>
              </p:nvSpPr>
              <p:spPr>
                <a:xfrm>
                  <a:off x="7856814" y="6866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"/>
          <p:cNvSpPr txBox="1"/>
          <p:nvPr>
            <p:ph type="title"/>
          </p:nvPr>
        </p:nvSpPr>
        <p:spPr>
          <a:xfrm>
            <a:off x="4757275" y="1534500"/>
            <a:ext cx="3673200" cy="15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5" name="Google Shape;315;p8"/>
          <p:cNvSpPr/>
          <p:nvPr>
            <p:ph idx="2" type="pic"/>
          </p:nvPr>
        </p:nvSpPr>
        <p:spPr>
          <a:xfrm>
            <a:off x="713225" y="785250"/>
            <a:ext cx="3858600" cy="357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16" name="Google Shape;316;p8"/>
          <p:cNvGrpSpPr/>
          <p:nvPr/>
        </p:nvGrpSpPr>
        <p:grpSpPr>
          <a:xfrm>
            <a:off x="3451828" y="-849674"/>
            <a:ext cx="6322035" cy="6821397"/>
            <a:chOff x="3451828" y="-849674"/>
            <a:chExt cx="6322035" cy="6821397"/>
          </a:xfrm>
        </p:grpSpPr>
        <p:grpSp>
          <p:nvGrpSpPr>
            <p:cNvPr id="317" name="Google Shape;317;p8"/>
            <p:cNvGrpSpPr/>
            <p:nvPr/>
          </p:nvGrpSpPr>
          <p:grpSpPr>
            <a:xfrm rot="10800000">
              <a:off x="6356059" y="3526975"/>
              <a:ext cx="3417803" cy="2444748"/>
              <a:chOff x="5222059" y="1707050"/>
              <a:chExt cx="3417803" cy="2444748"/>
            </a:xfrm>
          </p:grpSpPr>
          <p:grpSp>
            <p:nvGrpSpPr>
              <p:cNvPr id="318" name="Google Shape;318;p8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319" name="Google Shape;319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0" name="Google Shape;320;p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1" name="Google Shape;321;p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22" name="Google Shape;322;p8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323" name="Google Shape;323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4" name="Google Shape;324;p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25" name="Google Shape;325;p8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326" name="Google Shape;326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7" name="Google Shape;327;p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28" name="Google Shape;328;p8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29" name="Google Shape;329;p8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330" name="Google Shape;330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31" name="Google Shape;331;p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32" name="Google Shape;332;p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33" name="Google Shape;333;p8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7640363" y="27595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36" name="Google Shape;336;p8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337" name="Google Shape;337;p8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338" name="Google Shape;338;p8"/>
                  <p:cNvCxnSpPr>
                    <a:stCxn id="33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339" name="Google Shape;339;p8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340" name="Google Shape;340;p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41" name="Google Shape;341;p8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42" name="Google Shape;342;p8"/>
                    <p:cNvCxnSpPr>
                      <a:stCxn id="323" idx="5"/>
                    </p:cNvCxnSpPr>
                    <p:nvPr/>
                  </p:nvCxnSpPr>
                  <p:spPr>
                    <a:xfrm flipH="1" rot="10800000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343" name="Google Shape;343;p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44" name="Google Shape;344;p8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5" name="Google Shape;345;p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46" name="Google Shape;346;p8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47" name="Google Shape;347;p8"/>
            <p:cNvGrpSpPr/>
            <p:nvPr/>
          </p:nvGrpSpPr>
          <p:grpSpPr>
            <a:xfrm>
              <a:off x="3451828" y="-849674"/>
              <a:ext cx="2615301" cy="2109839"/>
              <a:chOff x="4428309" y="-851325"/>
              <a:chExt cx="2965866" cy="2392650"/>
            </a:xfrm>
          </p:grpSpPr>
          <p:grpSp>
            <p:nvGrpSpPr>
              <p:cNvPr id="348" name="Google Shape;348;p8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349" name="Google Shape;349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0" name="Google Shape;350;p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1" name="Google Shape;351;p8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52" name="Google Shape;352;p8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353" name="Google Shape;353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4" name="Google Shape;354;p8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55" name="Google Shape;355;p8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356" name="Google Shape;356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7" name="Google Shape;357;p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58" name="Google Shape;358;p8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359" name="Google Shape;359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0" name="Google Shape;360;p8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61" name="Google Shape;361;p8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3" name="Google Shape;363;p8"/>
              <p:cNvCxnSpPr>
                <a:stCxn id="349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" name="Google Shape;364;p8"/>
              <p:cNvCxnSpPr>
                <a:stCxn id="359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" name="Google Shape;365;p8"/>
              <p:cNvCxnSpPr>
                <a:stCxn id="356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" name="Google Shape;366;p8"/>
              <p:cNvCxnSpPr>
                <a:stCxn id="353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" name="Google Shape;367;p8"/>
              <p:cNvCxnSpPr>
                <a:stCxn id="359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8" name="Google Shape;368;p8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9" name="Google Shape;369;p8"/>
              <p:cNvCxnSpPr>
                <a:stCxn id="353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0" name="Google Shape;370;p8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5097177" y="472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4" name="Google Shape;374;p9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75" name="Google Shape;375;p9"/>
          <p:cNvGrpSpPr/>
          <p:nvPr/>
        </p:nvGrpSpPr>
        <p:grpSpPr>
          <a:xfrm flipH="1">
            <a:off x="61713" y="-340114"/>
            <a:ext cx="9361049" cy="5744521"/>
            <a:chOff x="-278087" y="-340114"/>
            <a:chExt cx="9361049" cy="5744521"/>
          </a:xfrm>
        </p:grpSpPr>
        <p:grpSp>
          <p:nvGrpSpPr>
            <p:cNvPr id="376" name="Google Shape;376;p9"/>
            <p:cNvGrpSpPr/>
            <p:nvPr/>
          </p:nvGrpSpPr>
          <p:grpSpPr>
            <a:xfrm flipH="1" rot="10800000">
              <a:off x="4109226" y="3335677"/>
              <a:ext cx="4973735" cy="2068730"/>
              <a:chOff x="4109226" y="-312689"/>
              <a:chExt cx="4973735" cy="2068730"/>
            </a:xfrm>
          </p:grpSpPr>
          <p:grpSp>
            <p:nvGrpSpPr>
              <p:cNvPr id="377" name="Google Shape;377;p9"/>
              <p:cNvGrpSpPr/>
              <p:nvPr/>
            </p:nvGrpSpPr>
            <p:grpSpPr>
              <a:xfrm>
                <a:off x="4109226" y="-312689"/>
                <a:ext cx="4929199" cy="1831430"/>
                <a:chOff x="4035851" y="-41164"/>
                <a:chExt cx="4929199" cy="1831430"/>
              </a:xfrm>
            </p:grpSpPr>
            <p:grpSp>
              <p:nvGrpSpPr>
                <p:cNvPr id="378" name="Google Shape;378;p9"/>
                <p:cNvGrpSpPr/>
                <p:nvPr/>
              </p:nvGrpSpPr>
              <p:grpSpPr>
                <a:xfrm>
                  <a:off x="7832150" y="-41164"/>
                  <a:ext cx="815700" cy="706500"/>
                  <a:chOff x="8022925" y="186250"/>
                  <a:chExt cx="815700" cy="706500"/>
                </a:xfrm>
              </p:grpSpPr>
              <p:sp>
                <p:nvSpPr>
                  <p:cNvPr id="379" name="Google Shape;379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0" name="Google Shape;380;p9"/>
                  <p:cNvSpPr/>
                  <p:nvPr/>
                </p:nvSpPr>
                <p:spPr>
                  <a:xfrm>
                    <a:off x="8104477" y="256921"/>
                    <a:ext cx="652800" cy="5652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1" name="Google Shape;381;p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382" name="Google Shape;382;p9"/>
                <p:cNvGrpSpPr/>
                <p:nvPr/>
              </p:nvGrpSpPr>
              <p:grpSpPr>
                <a:xfrm>
                  <a:off x="7116830" y="85652"/>
                  <a:ext cx="522864" cy="452867"/>
                  <a:chOff x="8022925" y="186250"/>
                  <a:chExt cx="815700" cy="706500"/>
                </a:xfrm>
              </p:grpSpPr>
              <p:sp>
                <p:nvSpPr>
                  <p:cNvPr id="383" name="Google Shape;383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4" name="Google Shape;384;p9"/>
                  <p:cNvSpPr/>
                  <p:nvPr/>
                </p:nvSpPr>
                <p:spPr>
                  <a:xfrm>
                    <a:off x="8159419" y="304478"/>
                    <a:ext cx="543000" cy="470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5" name="Google Shape;385;p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86" name="Google Shape;386;p9"/>
                <p:cNvCxnSpPr>
                  <a:stCxn id="383" idx="0"/>
                  <a:endCxn id="379" idx="3"/>
                </p:cNvCxnSpPr>
                <p:nvPr/>
              </p:nvCxnSpPr>
              <p:spPr>
                <a:xfrm>
                  <a:off x="7639694" y="312086"/>
                  <a:ext cx="1926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387" name="Google Shape;387;p9"/>
                <p:cNvGrpSpPr/>
                <p:nvPr/>
              </p:nvGrpSpPr>
              <p:grpSpPr>
                <a:xfrm>
                  <a:off x="6041340" y="252293"/>
                  <a:ext cx="549374" cy="475828"/>
                  <a:chOff x="8022925" y="186250"/>
                  <a:chExt cx="815700" cy="706500"/>
                </a:xfrm>
              </p:grpSpPr>
              <p:sp>
                <p:nvSpPr>
                  <p:cNvPr id="388" name="Google Shape;388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9" name="Google Shape;389;p9"/>
                  <p:cNvSpPr/>
                  <p:nvPr/>
                </p:nvSpPr>
                <p:spPr>
                  <a:xfrm>
                    <a:off x="8156075" y="301599"/>
                    <a:ext cx="549600" cy="475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90" name="Google Shape;390;p9"/>
                <p:cNvCxnSpPr>
                  <a:stCxn id="383" idx="3"/>
                  <a:endCxn id="388" idx="0"/>
                </p:cNvCxnSpPr>
                <p:nvPr/>
              </p:nvCxnSpPr>
              <p:spPr>
                <a:xfrm flipH="1">
                  <a:off x="6590630" y="312086"/>
                  <a:ext cx="526200" cy="17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" name="Google Shape;391;p9"/>
                <p:cNvCxnSpPr>
                  <a:stCxn id="388" idx="3"/>
                  <a:endCxn id="392" idx="0"/>
                </p:cNvCxnSpPr>
                <p:nvPr/>
              </p:nvCxnSpPr>
              <p:spPr>
                <a:xfrm rot="10800000">
                  <a:off x="4272840" y="490207"/>
                  <a:ext cx="1768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2" name="Google Shape;392;p9"/>
                <p:cNvSpPr/>
                <p:nvPr/>
              </p:nvSpPr>
              <p:spPr>
                <a:xfrm>
                  <a:off x="4035851" y="387446"/>
                  <a:ext cx="237000" cy="205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393" name="Google Shape;393;p9"/>
                <p:cNvGrpSpPr/>
                <p:nvPr/>
              </p:nvGrpSpPr>
              <p:grpSpPr>
                <a:xfrm>
                  <a:off x="8471225" y="665336"/>
                  <a:ext cx="436661" cy="1124931"/>
                  <a:chOff x="8471225" y="665336"/>
                  <a:chExt cx="436661" cy="1124931"/>
                </a:xfrm>
              </p:grpSpPr>
              <p:cxnSp>
                <p:nvCxnSpPr>
                  <p:cNvPr id="394" name="Google Shape;394;p9"/>
                  <p:cNvCxnSpPr>
                    <a:stCxn id="379" idx="1"/>
                  </p:cNvCxnSpPr>
                  <p:nvPr/>
                </p:nvCxnSpPr>
                <p:spPr>
                  <a:xfrm>
                    <a:off x="8471225" y="665336"/>
                    <a:ext cx="436500" cy="384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95" name="Google Shape;395;p9"/>
                  <p:cNvCxnSpPr>
                    <a:endCxn id="396" idx="3"/>
                  </p:cNvCxnSpPr>
                  <p:nvPr/>
                </p:nvCxnSpPr>
                <p:spPr>
                  <a:xfrm flipH="1">
                    <a:off x="8906986" y="1072366"/>
                    <a:ext cx="900" cy="7179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397" name="Google Shape;397;p9"/>
                <p:cNvSpPr/>
                <p:nvPr/>
              </p:nvSpPr>
              <p:spPr>
                <a:xfrm>
                  <a:off x="8850450" y="990550"/>
                  <a:ext cx="114600" cy="114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96" name="Google Shape;396;p9"/>
              <p:cNvSpPr/>
              <p:nvPr/>
            </p:nvSpPr>
            <p:spPr>
              <a:xfrm rot="5400000">
                <a:off x="8861711" y="1534791"/>
                <a:ext cx="237300" cy="2052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98" name="Google Shape;398;p9"/>
            <p:cNvGrpSpPr/>
            <p:nvPr/>
          </p:nvGrpSpPr>
          <p:grpSpPr>
            <a:xfrm flipH="1" rot="10800000">
              <a:off x="-278087" y="-340114"/>
              <a:ext cx="1835863" cy="1646533"/>
              <a:chOff x="8352175" y="-274150"/>
              <a:chExt cx="1835863" cy="1646533"/>
            </a:xfrm>
          </p:grpSpPr>
          <p:grpSp>
            <p:nvGrpSpPr>
              <p:cNvPr id="399" name="Google Shape;399;p9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400" name="Google Shape;400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01" name="Google Shape;401;p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02" name="Google Shape;402;p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03" name="Google Shape;403;p9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05" name="Google Shape;405;p9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406" name="Google Shape;406;p9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407" name="Google Shape;407;p9"/>
                  <p:cNvCxnSpPr>
                    <a:stCxn id="40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408" name="Google Shape;408;p9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409" name="Google Shape;409;p9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10" name="Google Shape;410;p9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411" name="Google Shape;411;p9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12" name="Google Shape;412;p9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3" name="Google Shape;413;p9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14" name="Google Shape;414;p9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"/>
          <p:cNvSpPr/>
          <p:nvPr>
            <p:ph idx="2" type="pic"/>
          </p:nvPr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10"/>
          <p:cNvSpPr txBox="1"/>
          <p:nvPr>
            <p:ph type="title"/>
          </p:nvPr>
        </p:nvSpPr>
        <p:spPr>
          <a:xfrm>
            <a:off x="720000" y="3464675"/>
            <a:ext cx="3635400" cy="1143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/>
          <p:nvPr>
            <p:ph idx="2" type="pic"/>
          </p:nvPr>
        </p:nvSpPr>
        <p:spPr>
          <a:xfrm>
            <a:off x="2072100" y="2450675"/>
            <a:ext cx="4999800" cy="215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1"/>
          <p:cNvSpPr txBox="1"/>
          <p:nvPr>
            <p:ph hasCustomPrompt="1" type="title"/>
          </p:nvPr>
        </p:nvSpPr>
        <p:spPr>
          <a:xfrm>
            <a:off x="1982725" y="824100"/>
            <a:ext cx="5178600" cy="10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22" name="Google Shape;422;p11"/>
          <p:cNvSpPr txBox="1"/>
          <p:nvPr>
            <p:ph idx="1" type="subTitle"/>
          </p:nvPr>
        </p:nvSpPr>
        <p:spPr>
          <a:xfrm>
            <a:off x="1982725" y="1836826"/>
            <a:ext cx="51786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23" name="Google Shape;423;p11"/>
          <p:cNvGrpSpPr/>
          <p:nvPr/>
        </p:nvGrpSpPr>
        <p:grpSpPr>
          <a:xfrm>
            <a:off x="-834447" y="-1018100"/>
            <a:ext cx="10786585" cy="2946365"/>
            <a:chOff x="-834447" y="-1018100"/>
            <a:chExt cx="10786585" cy="2946365"/>
          </a:xfrm>
        </p:grpSpPr>
        <p:grpSp>
          <p:nvGrpSpPr>
            <p:cNvPr id="424" name="Google Shape;424;p11"/>
            <p:cNvGrpSpPr/>
            <p:nvPr/>
          </p:nvGrpSpPr>
          <p:grpSpPr>
            <a:xfrm flipH="1">
              <a:off x="6534334" y="-1018100"/>
              <a:ext cx="3417803" cy="2444748"/>
              <a:chOff x="5222059" y="1707050"/>
              <a:chExt cx="3417803" cy="2444748"/>
            </a:xfrm>
          </p:grpSpPr>
          <p:grpSp>
            <p:nvGrpSpPr>
              <p:cNvPr id="425" name="Google Shape;425;p11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426" name="Google Shape;426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27" name="Google Shape;427;p11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28" name="Google Shape;428;p11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29" name="Google Shape;429;p11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430" name="Google Shape;430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1" name="Google Shape;431;p11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32" name="Google Shape;432;p11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433" name="Google Shape;433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4" name="Google Shape;434;p11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35" name="Google Shape;435;p11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36" name="Google Shape;436;p11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437" name="Google Shape;437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40" name="Google Shape;440;p11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7640363" y="27595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43" name="Google Shape;443;p11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444" name="Google Shape;444;p11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445" name="Google Shape;445;p11"/>
                  <p:cNvCxnSpPr>
                    <a:stCxn id="437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446" name="Google Shape;446;p11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447" name="Google Shape;447;p11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48" name="Google Shape;448;p11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49" name="Google Shape;449;p11"/>
                    <p:cNvCxnSpPr>
                      <a:stCxn id="430" idx="5"/>
                    </p:cNvCxnSpPr>
                    <p:nvPr/>
                  </p:nvCxnSpPr>
                  <p:spPr>
                    <a:xfrm flipH="1" rot="10800000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450" name="Google Shape;450;p11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51" name="Google Shape;451;p11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2" name="Google Shape;452;p11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53" name="Google Shape;453;p11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54" name="Google Shape;454;p11"/>
            <p:cNvGrpSpPr/>
            <p:nvPr/>
          </p:nvGrpSpPr>
          <p:grpSpPr>
            <a:xfrm>
              <a:off x="-834447" y="-181574"/>
              <a:ext cx="2615301" cy="2109839"/>
              <a:chOff x="4428309" y="-851325"/>
              <a:chExt cx="2965866" cy="2392650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456" name="Google Shape;456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57" name="Google Shape;457;p11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58" name="Google Shape;458;p11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59" name="Google Shape;459;p11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460" name="Google Shape;460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61" name="Google Shape;461;p11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62" name="Google Shape;462;p11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463" name="Google Shape;463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64" name="Google Shape;464;p11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65" name="Google Shape;465;p11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466" name="Google Shape;466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67" name="Google Shape;467;p11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68" name="Google Shape;468;p11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5734552" y="-494440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0" name="Google Shape;470;p11"/>
              <p:cNvCxnSpPr>
                <a:stCxn id="456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" name="Google Shape;471;p11"/>
              <p:cNvCxnSpPr>
                <a:stCxn id="466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" name="Google Shape;472;p11"/>
              <p:cNvCxnSpPr>
                <a:stCxn id="463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11"/>
              <p:cNvCxnSpPr>
                <a:stCxn id="460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" name="Google Shape;474;p11"/>
              <p:cNvCxnSpPr>
                <a:stCxn id="466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5" name="Google Shape;475;p11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6" name="Google Shape;476;p11"/>
              <p:cNvCxnSpPr>
                <a:stCxn id="460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7" name="Google Shape;477;p11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8" name="Google Shape;478;p11"/>
              <p:cNvSpPr/>
              <p:nvPr/>
            </p:nvSpPr>
            <p:spPr>
              <a:xfrm>
                <a:off x="5478244" y="972475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13"/>
          <p:cNvGrpSpPr/>
          <p:nvPr/>
        </p:nvGrpSpPr>
        <p:grpSpPr>
          <a:xfrm>
            <a:off x="-377824" y="-193296"/>
            <a:ext cx="10080192" cy="5625141"/>
            <a:chOff x="-377824" y="-193296"/>
            <a:chExt cx="10080192" cy="5625141"/>
          </a:xfrm>
        </p:grpSpPr>
        <p:grpSp>
          <p:nvGrpSpPr>
            <p:cNvPr id="482" name="Google Shape;482;p13"/>
            <p:cNvGrpSpPr/>
            <p:nvPr/>
          </p:nvGrpSpPr>
          <p:grpSpPr>
            <a:xfrm>
              <a:off x="7421427" y="-193296"/>
              <a:ext cx="2280941" cy="1580637"/>
              <a:chOff x="7421427" y="-193296"/>
              <a:chExt cx="2280941" cy="1580637"/>
            </a:xfrm>
          </p:grpSpPr>
          <p:grpSp>
            <p:nvGrpSpPr>
              <p:cNvPr id="483" name="Google Shape;483;p13"/>
              <p:cNvGrpSpPr/>
              <p:nvPr/>
            </p:nvGrpSpPr>
            <p:grpSpPr>
              <a:xfrm>
                <a:off x="8430777" y="-193296"/>
                <a:ext cx="1271591" cy="1580637"/>
                <a:chOff x="426827" y="-723871"/>
                <a:chExt cx="1271591" cy="1580637"/>
              </a:xfrm>
            </p:grpSpPr>
            <p:grpSp>
              <p:nvGrpSpPr>
                <p:cNvPr id="484" name="Google Shape;484;p13"/>
                <p:cNvGrpSpPr/>
                <p:nvPr/>
              </p:nvGrpSpPr>
              <p:grpSpPr>
                <a:xfrm>
                  <a:off x="436759" y="-723871"/>
                  <a:ext cx="1245819" cy="1079037"/>
                  <a:chOff x="8022925" y="186250"/>
                  <a:chExt cx="815700" cy="706500"/>
                </a:xfrm>
              </p:grpSpPr>
              <p:sp>
                <p:nvSpPr>
                  <p:cNvPr id="485" name="Google Shape;485;p13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86" name="Google Shape;486;p13"/>
                  <p:cNvSpPr/>
                  <p:nvPr/>
                </p:nvSpPr>
                <p:spPr>
                  <a:xfrm>
                    <a:off x="8066182" y="223764"/>
                    <a:ext cx="729300" cy="631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87" name="Google Shape;487;p13"/>
                  <p:cNvSpPr/>
                  <p:nvPr/>
                </p:nvSpPr>
                <p:spPr>
                  <a:xfrm>
                    <a:off x="8245500" y="379072"/>
                    <a:ext cx="370500" cy="321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88" name="Google Shape;488;p13"/>
                <p:cNvCxnSpPr>
                  <a:stCxn id="485" idx="1"/>
                </p:cNvCxnSpPr>
                <p:nvPr/>
              </p:nvCxnSpPr>
              <p:spPr>
                <a:xfrm>
                  <a:off x="1412818" y="355166"/>
                  <a:ext cx="285600" cy="501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9" name="Google Shape;489;p13"/>
                <p:cNvSpPr/>
                <p:nvPr/>
              </p:nvSpPr>
              <p:spPr>
                <a:xfrm>
                  <a:off x="426827" y="47292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490" name="Google Shape;490;p13"/>
              <p:cNvCxnSpPr>
                <a:stCxn id="485" idx="3"/>
                <a:endCxn id="491" idx="0"/>
              </p:cNvCxnSpPr>
              <p:nvPr/>
            </p:nvCxnSpPr>
            <p:spPr>
              <a:xfrm rot="10800000">
                <a:off x="7728509" y="346223"/>
                <a:ext cx="712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1" name="Google Shape;491;p13"/>
              <p:cNvSpPr/>
              <p:nvPr/>
            </p:nvSpPr>
            <p:spPr>
              <a:xfrm>
                <a:off x="7421427" y="2131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92" name="Google Shape;492;p13"/>
            <p:cNvGrpSpPr/>
            <p:nvPr/>
          </p:nvGrpSpPr>
          <p:grpSpPr>
            <a:xfrm flipH="1">
              <a:off x="7607363" y="3785313"/>
              <a:ext cx="1835863" cy="1646533"/>
              <a:chOff x="8352175" y="-274150"/>
              <a:chExt cx="1835863" cy="1646533"/>
            </a:xfrm>
          </p:grpSpPr>
          <p:grpSp>
            <p:nvGrpSpPr>
              <p:cNvPr id="493" name="Google Shape;493;p13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494" name="Google Shape;494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5" name="Google Shape;495;p13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6" name="Google Shape;496;p13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97" name="Google Shape;497;p13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99" name="Google Shape;499;p13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500" name="Google Shape;500;p13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501" name="Google Shape;501;p13"/>
                  <p:cNvCxnSpPr>
                    <a:stCxn id="49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502" name="Google Shape;502;p13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503" name="Google Shape;503;p13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504" name="Google Shape;504;p13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505" name="Google Shape;505;p13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06" name="Google Shape;506;p13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07" name="Google Shape;507;p13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08" name="Google Shape;508;p13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10" name="Google Shape;510;p13"/>
            <p:cNvGrpSpPr/>
            <p:nvPr/>
          </p:nvGrpSpPr>
          <p:grpSpPr>
            <a:xfrm>
              <a:off x="-377824" y="3323825"/>
              <a:ext cx="1141616" cy="1740595"/>
              <a:chOff x="-377824" y="3323825"/>
              <a:chExt cx="1141616" cy="1740595"/>
            </a:xfrm>
          </p:grpSpPr>
          <p:grpSp>
            <p:nvGrpSpPr>
              <p:cNvPr id="511" name="Google Shape;511;p13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512" name="Google Shape;512;p13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513" name="Google Shape;513;p13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514" name="Google Shape;514;p1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15" name="Google Shape;515;p13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16" name="Google Shape;516;p13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517" name="Google Shape;517;p13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518" name="Google Shape;518;p13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19" name="Google Shape;519;p13"/>
                <p:cNvCxnSpPr>
                  <a:stCxn id="514" idx="1"/>
                  <a:endCxn id="520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20" name="Google Shape;520;p13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1" name="Google Shape;521;p13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22" name="Google Shape;522;p13"/>
              <p:cNvSpPr/>
              <p:nvPr/>
            </p:nvSpPr>
            <p:spPr>
              <a:xfrm>
                <a:off x="39500" y="3323825"/>
                <a:ext cx="595500" cy="5157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124250" y="3397200"/>
                <a:ext cx="426000" cy="369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24" name="Google Shape;524;p13"/>
            <p:cNvSpPr/>
            <p:nvPr/>
          </p:nvSpPr>
          <p:spPr>
            <a:xfrm flipH="1">
              <a:off x="8222213" y="122863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 flipH="1">
              <a:off x="8829538" y="1285038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26" name="Google Shape;52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7" name="Google Shape;527;p13"/>
          <p:cNvSpPr txBox="1"/>
          <p:nvPr>
            <p:ph idx="1" type="subTitle"/>
          </p:nvPr>
        </p:nvSpPr>
        <p:spPr>
          <a:xfrm>
            <a:off x="713225" y="2267566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13"/>
          <p:cNvSpPr txBox="1"/>
          <p:nvPr>
            <p:ph idx="2" type="subTitle"/>
          </p:nvPr>
        </p:nvSpPr>
        <p:spPr>
          <a:xfrm>
            <a:off x="713225" y="3952781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13"/>
          <p:cNvSpPr txBox="1"/>
          <p:nvPr>
            <p:ph idx="3" type="subTitle"/>
          </p:nvPr>
        </p:nvSpPr>
        <p:spPr>
          <a:xfrm>
            <a:off x="3419250" y="3952781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13"/>
          <p:cNvSpPr txBox="1"/>
          <p:nvPr>
            <p:ph idx="4" type="subTitle"/>
          </p:nvPr>
        </p:nvSpPr>
        <p:spPr>
          <a:xfrm>
            <a:off x="3419250" y="2267566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13"/>
          <p:cNvSpPr txBox="1"/>
          <p:nvPr>
            <p:ph hasCustomPrompt="1" idx="5" type="title"/>
          </p:nvPr>
        </p:nvSpPr>
        <p:spPr>
          <a:xfrm>
            <a:off x="1415375" y="1353088"/>
            <a:ext cx="901200" cy="61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/>
          <p:nvPr>
            <p:ph hasCustomPrompt="1" idx="6" type="title"/>
          </p:nvPr>
        </p:nvSpPr>
        <p:spPr>
          <a:xfrm>
            <a:off x="4121400" y="3038450"/>
            <a:ext cx="901200" cy="61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/>
          <p:nvPr>
            <p:ph hasCustomPrompt="1" idx="7" type="title"/>
          </p:nvPr>
        </p:nvSpPr>
        <p:spPr>
          <a:xfrm>
            <a:off x="1415375" y="3038450"/>
            <a:ext cx="901200" cy="61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4" name="Google Shape;534;p13"/>
          <p:cNvSpPr txBox="1"/>
          <p:nvPr>
            <p:ph hasCustomPrompt="1" idx="8" type="title"/>
          </p:nvPr>
        </p:nvSpPr>
        <p:spPr>
          <a:xfrm>
            <a:off x="4121400" y="1353088"/>
            <a:ext cx="901200" cy="61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5" name="Google Shape;535;p13"/>
          <p:cNvSpPr txBox="1"/>
          <p:nvPr>
            <p:ph idx="9" type="subTitle"/>
          </p:nvPr>
        </p:nvSpPr>
        <p:spPr>
          <a:xfrm>
            <a:off x="6125275" y="3952781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13"/>
          <p:cNvSpPr txBox="1"/>
          <p:nvPr>
            <p:ph idx="13" type="subTitle"/>
          </p:nvPr>
        </p:nvSpPr>
        <p:spPr>
          <a:xfrm>
            <a:off x="6125275" y="2267566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13"/>
          <p:cNvSpPr txBox="1"/>
          <p:nvPr>
            <p:ph hasCustomPrompt="1" idx="14" type="title"/>
          </p:nvPr>
        </p:nvSpPr>
        <p:spPr>
          <a:xfrm>
            <a:off x="6827425" y="3038450"/>
            <a:ext cx="901200" cy="61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8" name="Google Shape;538;p13"/>
          <p:cNvSpPr txBox="1"/>
          <p:nvPr>
            <p:ph hasCustomPrompt="1" idx="15" type="title"/>
          </p:nvPr>
        </p:nvSpPr>
        <p:spPr>
          <a:xfrm>
            <a:off x="6827425" y="1353088"/>
            <a:ext cx="901200" cy="61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9" name="Google Shape;539;p13"/>
          <p:cNvSpPr txBox="1"/>
          <p:nvPr>
            <p:ph idx="16" type="subTitle"/>
          </p:nvPr>
        </p:nvSpPr>
        <p:spPr>
          <a:xfrm>
            <a:off x="713225" y="193703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40" name="Google Shape;540;p13"/>
          <p:cNvSpPr txBox="1"/>
          <p:nvPr>
            <p:ph idx="17" type="subTitle"/>
          </p:nvPr>
        </p:nvSpPr>
        <p:spPr>
          <a:xfrm>
            <a:off x="713225" y="362224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41" name="Google Shape;541;p13"/>
          <p:cNvSpPr txBox="1"/>
          <p:nvPr>
            <p:ph idx="18" type="subTitle"/>
          </p:nvPr>
        </p:nvSpPr>
        <p:spPr>
          <a:xfrm>
            <a:off x="3419250" y="362224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42" name="Google Shape;542;p13"/>
          <p:cNvSpPr txBox="1"/>
          <p:nvPr>
            <p:ph idx="19" type="subTitle"/>
          </p:nvPr>
        </p:nvSpPr>
        <p:spPr>
          <a:xfrm>
            <a:off x="3419250" y="193703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43" name="Google Shape;543;p13"/>
          <p:cNvSpPr txBox="1"/>
          <p:nvPr>
            <p:ph idx="20" type="subTitle"/>
          </p:nvPr>
        </p:nvSpPr>
        <p:spPr>
          <a:xfrm>
            <a:off x="6125275" y="362224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44" name="Google Shape;544;p13"/>
          <p:cNvSpPr txBox="1"/>
          <p:nvPr>
            <p:ph idx="21" type="subTitle"/>
          </p:nvPr>
        </p:nvSpPr>
        <p:spPr>
          <a:xfrm>
            <a:off x="6125275" y="193703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4"/>
          <p:cNvGrpSpPr/>
          <p:nvPr/>
        </p:nvGrpSpPr>
        <p:grpSpPr>
          <a:xfrm>
            <a:off x="73538" y="-321084"/>
            <a:ext cx="9450138" cy="6177334"/>
            <a:chOff x="73538" y="-321084"/>
            <a:chExt cx="9450138" cy="6177334"/>
          </a:xfrm>
        </p:grpSpPr>
        <p:grpSp>
          <p:nvGrpSpPr>
            <p:cNvPr id="547" name="Google Shape;547;p14"/>
            <p:cNvGrpSpPr/>
            <p:nvPr/>
          </p:nvGrpSpPr>
          <p:grpSpPr>
            <a:xfrm flipH="1" rot="10800000">
              <a:off x="73538" y="-283763"/>
              <a:ext cx="1835863" cy="1646533"/>
              <a:chOff x="8352175" y="-274150"/>
              <a:chExt cx="1835863" cy="1646533"/>
            </a:xfrm>
          </p:grpSpPr>
          <p:grpSp>
            <p:nvGrpSpPr>
              <p:cNvPr id="548" name="Google Shape;548;p14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549" name="Google Shape;549;p1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0" name="Google Shape;550;p1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1" name="Google Shape;551;p1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52" name="Google Shape;552;p14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554" name="Google Shape;554;p14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555" name="Google Shape;555;p14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556" name="Google Shape;556;p14"/>
                  <p:cNvCxnSpPr>
                    <a:stCxn id="549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557" name="Google Shape;557;p14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558" name="Google Shape;558;p14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559" name="Google Shape;559;p14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560" name="Google Shape;560;p14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61" name="Google Shape;561;p14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62" name="Google Shape;562;p14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63" name="Google Shape;563;p14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65" name="Google Shape;565;p14"/>
            <p:cNvGrpSpPr/>
            <p:nvPr/>
          </p:nvGrpSpPr>
          <p:grpSpPr>
            <a:xfrm>
              <a:off x="7573915" y="3604191"/>
              <a:ext cx="1949760" cy="2252059"/>
              <a:chOff x="7573915" y="3604191"/>
              <a:chExt cx="1949760" cy="2252059"/>
            </a:xfrm>
          </p:grpSpPr>
          <p:grpSp>
            <p:nvGrpSpPr>
              <p:cNvPr id="566" name="Google Shape;566;p14"/>
              <p:cNvGrpSpPr/>
              <p:nvPr/>
            </p:nvGrpSpPr>
            <p:grpSpPr>
              <a:xfrm>
                <a:off x="7573915" y="3604191"/>
                <a:ext cx="1949760" cy="2252059"/>
                <a:chOff x="1557290" y="1732616"/>
                <a:chExt cx="1949760" cy="2252059"/>
              </a:xfrm>
            </p:grpSpPr>
            <p:grpSp>
              <p:nvGrpSpPr>
                <p:cNvPr id="567" name="Google Shape;567;p14"/>
                <p:cNvGrpSpPr/>
                <p:nvPr/>
              </p:nvGrpSpPr>
              <p:grpSpPr>
                <a:xfrm>
                  <a:off x="2516057" y="1732616"/>
                  <a:ext cx="990993" cy="848609"/>
                  <a:chOff x="2516057" y="1732616"/>
                  <a:chExt cx="990993" cy="848609"/>
                </a:xfrm>
              </p:grpSpPr>
              <p:grpSp>
                <p:nvGrpSpPr>
                  <p:cNvPr id="568" name="Google Shape;568;p14"/>
                  <p:cNvGrpSpPr/>
                  <p:nvPr/>
                </p:nvGrpSpPr>
                <p:grpSpPr>
                  <a:xfrm rot="10800000">
                    <a:off x="2516057" y="2024002"/>
                    <a:ext cx="587793" cy="509104"/>
                    <a:chOff x="7686886" y="186250"/>
                    <a:chExt cx="815700" cy="706500"/>
                  </a:xfrm>
                </p:grpSpPr>
                <p:sp>
                  <p:nvSpPr>
                    <p:cNvPr id="569" name="Google Shape;569;p14"/>
                    <p:cNvSpPr/>
                    <p:nvPr/>
                  </p:nvSpPr>
                  <p:spPr>
                    <a:xfrm>
                      <a:off x="7686886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70" name="Google Shape;570;p14"/>
                    <p:cNvSpPr/>
                    <p:nvPr/>
                  </p:nvSpPr>
                  <p:spPr>
                    <a:xfrm>
                      <a:off x="7877263" y="351156"/>
                      <a:ext cx="435000" cy="3768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571" name="Google Shape;571;p14"/>
                  <p:cNvSpPr/>
                  <p:nvPr/>
                </p:nvSpPr>
                <p:spPr>
                  <a:xfrm rot="10800000">
                    <a:off x="2592078" y="24789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cxnSp>
                <p:nvCxnSpPr>
                  <p:cNvPr id="572" name="Google Shape;572;p14"/>
                  <p:cNvCxnSpPr>
                    <a:stCxn id="569" idx="3"/>
                  </p:cNvCxnSpPr>
                  <p:nvPr/>
                </p:nvCxnSpPr>
                <p:spPr>
                  <a:xfrm>
                    <a:off x="3103850" y="2278554"/>
                    <a:ext cx="4032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73" name="Google Shape;573;p14"/>
                  <p:cNvCxnSpPr>
                    <a:stCxn id="569" idx="2"/>
                    <a:endCxn id="574" idx="6"/>
                  </p:cNvCxnSpPr>
                  <p:nvPr/>
                </p:nvCxnSpPr>
                <p:spPr>
                  <a:xfrm flipH="1" rot="10800000">
                    <a:off x="2976574" y="1820302"/>
                    <a:ext cx="95400" cy="2037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74" name="Google Shape;574;p14"/>
                  <p:cNvSpPr/>
                  <p:nvPr/>
                </p:nvSpPr>
                <p:spPr>
                  <a:xfrm rot="7199335">
                    <a:off x="3052346" y="1747002"/>
                    <a:ext cx="78626" cy="78626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575" name="Google Shape;575;p14"/>
                <p:cNvGrpSpPr/>
                <p:nvPr/>
              </p:nvGrpSpPr>
              <p:grpSpPr>
                <a:xfrm>
                  <a:off x="1557290" y="2633002"/>
                  <a:ext cx="1845335" cy="1351673"/>
                  <a:chOff x="1557290" y="2633002"/>
                  <a:chExt cx="1845335" cy="1351673"/>
                </a:xfrm>
              </p:grpSpPr>
              <p:grpSp>
                <p:nvGrpSpPr>
                  <p:cNvPr id="576" name="Google Shape;576;p14"/>
                  <p:cNvGrpSpPr/>
                  <p:nvPr/>
                </p:nvGrpSpPr>
                <p:grpSpPr>
                  <a:xfrm rot="10800000">
                    <a:off x="1711513" y="2709892"/>
                    <a:ext cx="841913" cy="729208"/>
                    <a:chOff x="8056501" y="215327"/>
                    <a:chExt cx="748500" cy="648300"/>
                  </a:xfrm>
                </p:grpSpPr>
                <p:sp>
                  <p:nvSpPr>
                    <p:cNvPr id="577" name="Google Shape;577;p14"/>
                    <p:cNvSpPr/>
                    <p:nvPr/>
                  </p:nvSpPr>
                  <p:spPr>
                    <a:xfrm>
                      <a:off x="8056501" y="215327"/>
                      <a:ext cx="748500" cy="6483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solidFill>
                      <a:srgbClr val="AFE0D9">
                        <a:alpha val="5949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78" name="Google Shape;578;p14"/>
                    <p:cNvSpPr/>
                    <p:nvPr/>
                  </p:nvSpPr>
                  <p:spPr>
                    <a:xfrm>
                      <a:off x="8169420" y="313166"/>
                      <a:ext cx="522900" cy="452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579" name="Google Shape;579;p14"/>
                  <p:cNvGrpSpPr/>
                  <p:nvPr/>
                </p:nvGrpSpPr>
                <p:grpSpPr>
                  <a:xfrm rot="10800000">
                    <a:off x="2814832" y="2633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580" name="Google Shape;580;p14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81" name="Google Shape;581;p14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582" name="Google Shape;582;p14"/>
                  <p:cNvCxnSpPr>
                    <a:stCxn id="580" idx="0"/>
                  </p:cNvCxnSpPr>
                  <p:nvPr/>
                </p:nvCxnSpPr>
                <p:spPr>
                  <a:xfrm rot="10800000">
                    <a:off x="2660332" y="2887554"/>
                    <a:ext cx="1545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83" name="Google Shape;583;p14"/>
                  <p:cNvCxnSpPr>
                    <a:stCxn id="577" idx="3"/>
                  </p:cNvCxnSpPr>
                  <p:nvPr/>
                </p:nvCxnSpPr>
                <p:spPr>
                  <a:xfrm flipH="1" rot="10800000">
                    <a:off x="2553425" y="2886696"/>
                    <a:ext cx="108900" cy="1878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84" name="Google Shape;584;p14"/>
                  <p:cNvCxnSpPr>
                    <a:stCxn id="577" idx="5"/>
                  </p:cNvCxnSpPr>
                  <p:nvPr/>
                </p:nvCxnSpPr>
                <p:spPr>
                  <a:xfrm flipH="1">
                    <a:off x="1618115" y="3439099"/>
                    <a:ext cx="275700" cy="477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85" name="Google Shape;585;p14"/>
                  <p:cNvSpPr/>
                  <p:nvPr/>
                </p:nvSpPr>
                <p:spPr>
                  <a:xfrm rot="10800000">
                    <a:off x="1557290" y="3906075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</p:grpSp>
          <p:sp>
            <p:nvSpPr>
              <p:cNvPr id="586" name="Google Shape;586;p14"/>
              <p:cNvSpPr/>
              <p:nvPr/>
            </p:nvSpPr>
            <p:spPr>
              <a:xfrm rot="10800000">
                <a:off x="8650576" y="4730950"/>
                <a:ext cx="54600" cy="5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87" name="Google Shape;587;p14"/>
            <p:cNvGrpSpPr/>
            <p:nvPr/>
          </p:nvGrpSpPr>
          <p:grpSpPr>
            <a:xfrm>
              <a:off x="3949071" y="4578504"/>
              <a:ext cx="1245819" cy="1079037"/>
              <a:chOff x="8022925" y="186250"/>
              <a:chExt cx="815700" cy="706500"/>
            </a:xfrm>
          </p:grpSpPr>
          <p:sp>
            <p:nvSpPr>
              <p:cNvPr id="588" name="Google Shape;588;p14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91" name="Google Shape;591;p14"/>
            <p:cNvGrpSpPr/>
            <p:nvPr/>
          </p:nvGrpSpPr>
          <p:grpSpPr>
            <a:xfrm>
              <a:off x="6487988" y="-321084"/>
              <a:ext cx="1514976" cy="1058593"/>
              <a:chOff x="6487988" y="-321084"/>
              <a:chExt cx="1514976" cy="1058593"/>
            </a:xfrm>
          </p:grpSpPr>
          <p:grpSp>
            <p:nvGrpSpPr>
              <p:cNvPr id="592" name="Google Shape;592;p14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593" name="Google Shape;593;p1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4" name="Google Shape;594;p1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5" name="Google Shape;595;p1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96" name="Google Shape;596;p14"/>
              <p:cNvGrpSpPr/>
              <p:nvPr/>
            </p:nvGrpSpPr>
            <p:grpSpPr>
              <a:xfrm flipH="1" rot="10800000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597" name="Google Shape;597;p14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8" name="Google Shape;598;p14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9" name="Google Shape;599;p14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  <p:sp>
        <p:nvSpPr>
          <p:cNvPr id="600" name="Google Shape;600;p14"/>
          <p:cNvSpPr/>
          <p:nvPr>
            <p:ph idx="2" type="pic"/>
          </p:nvPr>
        </p:nvSpPr>
        <p:spPr>
          <a:xfrm>
            <a:off x="713225" y="785250"/>
            <a:ext cx="2870400" cy="357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14"/>
          <p:cNvSpPr txBox="1"/>
          <p:nvPr>
            <p:ph type="title"/>
          </p:nvPr>
        </p:nvSpPr>
        <p:spPr>
          <a:xfrm>
            <a:off x="4416775" y="3641174"/>
            <a:ext cx="40140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2" name="Google Shape;602;p14"/>
          <p:cNvSpPr txBox="1"/>
          <p:nvPr>
            <p:ph idx="1" type="subTitle"/>
          </p:nvPr>
        </p:nvSpPr>
        <p:spPr>
          <a:xfrm>
            <a:off x="4416775" y="978250"/>
            <a:ext cx="4014000" cy="27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05" name="Google Shape;605;p15"/>
          <p:cNvGrpSpPr/>
          <p:nvPr/>
        </p:nvGrpSpPr>
        <p:grpSpPr>
          <a:xfrm>
            <a:off x="36670" y="-818387"/>
            <a:ext cx="9710039" cy="5836570"/>
            <a:chOff x="36670" y="-818387"/>
            <a:chExt cx="9710039" cy="5836570"/>
          </a:xfrm>
        </p:grpSpPr>
        <p:grpSp>
          <p:nvGrpSpPr>
            <p:cNvPr id="606" name="Google Shape;606;p15"/>
            <p:cNvGrpSpPr/>
            <p:nvPr/>
          </p:nvGrpSpPr>
          <p:grpSpPr>
            <a:xfrm>
              <a:off x="6586639" y="-818387"/>
              <a:ext cx="3160070" cy="2326678"/>
              <a:chOff x="6586639" y="-781700"/>
              <a:chExt cx="3160070" cy="2326678"/>
            </a:xfrm>
          </p:grpSpPr>
          <p:grpSp>
            <p:nvGrpSpPr>
              <p:cNvPr id="607" name="Google Shape;607;p15"/>
              <p:cNvGrpSpPr/>
              <p:nvPr/>
            </p:nvGrpSpPr>
            <p:grpSpPr>
              <a:xfrm flipH="1">
                <a:off x="7382025" y="-781700"/>
                <a:ext cx="2364684" cy="2326678"/>
                <a:chOff x="5404368" y="-851325"/>
                <a:chExt cx="2364684" cy="2326678"/>
              </a:xfrm>
            </p:grpSpPr>
            <p:grpSp>
              <p:nvGrpSpPr>
                <p:cNvPr id="608" name="Google Shape;608;p15"/>
                <p:cNvGrpSpPr/>
                <p:nvPr/>
              </p:nvGrpSpPr>
              <p:grpSpPr>
                <a:xfrm>
                  <a:off x="6360273" y="-338456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609" name="Google Shape;609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10" name="Google Shape;610;p15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611" name="Google Shape;611;p15"/>
                <p:cNvGrpSpPr/>
                <p:nvPr/>
              </p:nvGrpSpPr>
              <p:grpSpPr>
                <a:xfrm>
                  <a:off x="5548840" y="-8756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612" name="Google Shape;612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13" name="Google Shape;613;p15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614" name="Google Shape;614;p15"/>
                <p:cNvGrpSpPr/>
                <p:nvPr/>
              </p:nvGrpSpPr>
              <p:grpSpPr>
                <a:xfrm>
                  <a:off x="6089765" y="600244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615" name="Google Shape;615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16" name="Google Shape;616;p15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617" name="Google Shape;617;p15"/>
                <p:cNvSpPr/>
                <p:nvPr/>
              </p:nvSpPr>
              <p:spPr>
                <a:xfrm>
                  <a:off x="6499238" y="5521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8" name="Google Shape;618;p15"/>
                <p:cNvSpPr/>
                <p:nvPr/>
              </p:nvSpPr>
              <p:spPr>
                <a:xfrm>
                  <a:off x="7461852" y="112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619" name="Google Shape;619;p15"/>
                <p:cNvCxnSpPr/>
                <p:nvPr/>
              </p:nvCxnSpPr>
              <p:spPr>
                <a:xfrm>
                  <a:off x="5404368" y="355166"/>
                  <a:ext cx="285600" cy="501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" name="Google Shape;620;p15"/>
                <p:cNvCxnSpPr>
                  <a:stCxn id="615" idx="3"/>
                </p:cNvCxnSpPr>
                <p:nvPr/>
              </p:nvCxnSpPr>
              <p:spPr>
                <a:xfrm rot="10800000">
                  <a:off x="5686565" y="854796"/>
                  <a:ext cx="403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1" name="Google Shape;621;p15"/>
                <p:cNvCxnSpPr>
                  <a:stCxn id="612" idx="0"/>
                </p:cNvCxnSpPr>
                <p:nvPr/>
              </p:nvCxnSpPr>
              <p:spPr>
                <a:xfrm>
                  <a:off x="6136634" y="245796"/>
                  <a:ext cx="154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2" name="Google Shape;622;p15"/>
                <p:cNvCxnSpPr>
                  <a:stCxn id="609" idx="3"/>
                </p:cNvCxnSpPr>
                <p:nvPr/>
              </p:nvCxnSpPr>
              <p:spPr>
                <a:xfrm flipH="1">
                  <a:off x="6287073" y="58880"/>
                  <a:ext cx="73200" cy="187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3" name="Google Shape;623;p15"/>
                <p:cNvCxnSpPr>
                  <a:stCxn id="615" idx="1"/>
                  <a:endCxn id="624" idx="1"/>
                </p:cNvCxnSpPr>
                <p:nvPr/>
              </p:nvCxnSpPr>
              <p:spPr>
                <a:xfrm>
                  <a:off x="6550283" y="1109348"/>
                  <a:ext cx="56400" cy="9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24" name="Google Shape;624;p15"/>
                <p:cNvSpPr/>
                <p:nvPr/>
              </p:nvSpPr>
              <p:spPr>
                <a:xfrm rot="1364276">
                  <a:off x="6582222" y="1200630"/>
                  <a:ext cx="78392" cy="78392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625" name="Google Shape;625;p15"/>
                <p:cNvCxnSpPr>
                  <a:stCxn id="609" idx="5"/>
                </p:cNvCxnSpPr>
                <p:nvPr/>
              </p:nvCxnSpPr>
              <p:spPr>
                <a:xfrm flipH="1" rot="10800000">
                  <a:off x="7079105" y="-816055"/>
                  <a:ext cx="275700" cy="477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26" name="Google Shape;626;p15"/>
                <p:cNvSpPr/>
                <p:nvPr/>
              </p:nvSpPr>
              <p:spPr>
                <a:xfrm>
                  <a:off x="7315575" y="-8513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7" name="Google Shape;627;p15"/>
                <p:cNvSpPr/>
                <p:nvPr/>
              </p:nvSpPr>
              <p:spPr>
                <a:xfrm>
                  <a:off x="6136627" y="12092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628" name="Google Shape;628;p15"/>
              <p:cNvGrpSpPr/>
              <p:nvPr/>
            </p:nvGrpSpPr>
            <p:grpSpPr>
              <a:xfrm flipH="1">
                <a:off x="6586639" y="-215983"/>
                <a:ext cx="795389" cy="688979"/>
                <a:chOff x="8022925" y="186250"/>
                <a:chExt cx="815700" cy="706500"/>
              </a:xfrm>
            </p:grpSpPr>
            <p:sp>
              <p:nvSpPr>
                <p:cNvPr id="629" name="Google Shape;629;p1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30" name="Google Shape;630;p15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31" name="Google Shape;631;p15"/>
                <p:cNvSpPr/>
                <p:nvPr/>
              </p:nvSpPr>
              <p:spPr>
                <a:xfrm>
                  <a:off x="8222718" y="359307"/>
                  <a:ext cx="416100" cy="3606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632" name="Google Shape;632;p15"/>
              <p:cNvCxnSpPr>
                <a:stCxn id="629" idx="3"/>
                <a:endCxn id="609" idx="0"/>
              </p:cNvCxnSpPr>
              <p:nvPr/>
            </p:nvCxnSpPr>
            <p:spPr>
              <a:xfrm>
                <a:off x="7382028" y="128506"/>
                <a:ext cx="491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33" name="Google Shape;633;p15"/>
            <p:cNvGrpSpPr/>
            <p:nvPr/>
          </p:nvGrpSpPr>
          <p:grpSpPr>
            <a:xfrm flipH="1">
              <a:off x="8499344" y="3177041"/>
              <a:ext cx="1180258" cy="1390907"/>
              <a:chOff x="4046769" y="1482116"/>
              <a:chExt cx="1180258" cy="1390907"/>
            </a:xfrm>
          </p:grpSpPr>
          <p:grpSp>
            <p:nvGrpSpPr>
              <p:cNvPr id="634" name="Google Shape;634;p15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635" name="Google Shape;635;p15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636" name="Google Shape;636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37" name="Google Shape;637;p15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38" name="Google Shape;638;p15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639" name="Google Shape;639;p15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40" name="Google Shape;640;p15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641" name="Google Shape;641;p15"/>
              <p:cNvCxnSpPr>
                <a:stCxn id="636" idx="1"/>
                <a:endCxn id="642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2" name="Google Shape;642;p15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44" name="Google Shape;644;p15"/>
            <p:cNvGrpSpPr/>
            <p:nvPr/>
          </p:nvGrpSpPr>
          <p:grpSpPr>
            <a:xfrm flipH="1" rot="10800000">
              <a:off x="36670" y="3291158"/>
              <a:ext cx="1023526" cy="1727025"/>
              <a:chOff x="-5" y="2300632"/>
              <a:chExt cx="1023526" cy="1727025"/>
            </a:xfrm>
          </p:grpSpPr>
          <p:grpSp>
            <p:nvGrpSpPr>
              <p:cNvPr id="645" name="Google Shape;645;p15"/>
              <p:cNvGrpSpPr/>
              <p:nvPr/>
            </p:nvGrpSpPr>
            <p:grpSpPr>
              <a:xfrm rot="5400000">
                <a:off x="-417172" y="2717800"/>
                <a:ext cx="1413385" cy="579050"/>
                <a:chOff x="2195315" y="2002175"/>
                <a:chExt cx="1413385" cy="579050"/>
              </a:xfrm>
            </p:grpSpPr>
            <p:grpSp>
              <p:nvGrpSpPr>
                <p:cNvPr id="646" name="Google Shape;646;p15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647" name="Google Shape;647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48" name="Google Shape;648;p15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649" name="Google Shape;649;p15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650" name="Google Shape;650;p15"/>
                <p:cNvCxnSpPr>
                  <a:stCxn id="647" idx="3"/>
                  <a:endCxn id="651" idx="0"/>
                </p:cNvCxnSpPr>
                <p:nvPr/>
              </p:nvCxnSpPr>
              <p:spPr>
                <a:xfrm rot="10800000">
                  <a:off x="3235200" y="1905054"/>
                  <a:ext cx="0" cy="74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52" name="Google Shape;652;p15"/>
                <p:cNvSpPr/>
                <p:nvPr/>
              </p:nvSpPr>
              <p:spPr>
                <a:xfrm rot="10800000">
                  <a:off x="2195315" y="20021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51" name="Google Shape;651;p15"/>
              <p:cNvSpPr/>
              <p:nvPr/>
            </p:nvSpPr>
            <p:spPr>
              <a:xfrm rot="-5400000">
                <a:off x="145946" y="3735157"/>
                <a:ext cx="313500" cy="27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3" name="Google Shape;653;p15"/>
              <p:cNvSpPr/>
              <p:nvPr/>
            </p:nvSpPr>
            <p:spPr>
              <a:xfrm rot="-5400000">
                <a:off x="731021" y="2321632"/>
                <a:ext cx="313500" cy="27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6"/>
          <p:cNvSpPr txBox="1"/>
          <p:nvPr>
            <p:ph type="title"/>
          </p:nvPr>
        </p:nvSpPr>
        <p:spPr>
          <a:xfrm>
            <a:off x="720000" y="1299413"/>
            <a:ext cx="3519600" cy="16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6" name="Google Shape;656;p16"/>
          <p:cNvSpPr txBox="1"/>
          <p:nvPr>
            <p:ph idx="1" type="subTitle"/>
          </p:nvPr>
        </p:nvSpPr>
        <p:spPr>
          <a:xfrm>
            <a:off x="720000" y="2964838"/>
            <a:ext cx="3519600" cy="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16"/>
          <p:cNvSpPr/>
          <p:nvPr>
            <p:ph idx="2" type="pic"/>
          </p:nvPr>
        </p:nvSpPr>
        <p:spPr>
          <a:xfrm>
            <a:off x="4571975" y="533875"/>
            <a:ext cx="3858900" cy="4075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658" name="Google Shape;658;p16"/>
          <p:cNvGrpSpPr/>
          <p:nvPr/>
        </p:nvGrpSpPr>
        <p:grpSpPr>
          <a:xfrm>
            <a:off x="121725" y="129827"/>
            <a:ext cx="9790940" cy="4911772"/>
            <a:chOff x="121725" y="129827"/>
            <a:chExt cx="9790940" cy="4911772"/>
          </a:xfrm>
        </p:grpSpPr>
        <p:grpSp>
          <p:nvGrpSpPr>
            <p:cNvPr id="659" name="Google Shape;659;p16"/>
            <p:cNvGrpSpPr/>
            <p:nvPr/>
          </p:nvGrpSpPr>
          <p:grpSpPr>
            <a:xfrm>
              <a:off x="8584540" y="4012900"/>
              <a:ext cx="1128460" cy="989200"/>
              <a:chOff x="2136440" y="1592025"/>
              <a:chExt cx="1128460" cy="989200"/>
            </a:xfrm>
          </p:grpSpPr>
          <p:grpSp>
            <p:nvGrpSpPr>
              <p:cNvPr id="660" name="Google Shape;660;p16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661" name="Google Shape;661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63" name="Google Shape;663;p16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4" name="Google Shape;664;p16"/>
              <p:cNvCxnSpPr>
                <a:stCxn id="661" idx="3"/>
              </p:cNvCxnSpPr>
              <p:nvPr/>
            </p:nvCxnSpPr>
            <p:spPr>
              <a:xfrm>
                <a:off x="2861700" y="2278554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" name="Google Shape;665;p16"/>
              <p:cNvCxnSpPr>
                <a:stCxn id="661" idx="1"/>
              </p:cNvCxnSpPr>
              <p:nvPr/>
            </p:nvCxnSpPr>
            <p:spPr>
              <a:xfrm rot="10800000">
                <a:off x="2174983" y="1632202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6" name="Google Shape;666;p16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67" name="Google Shape;667;p16"/>
            <p:cNvGrpSpPr/>
            <p:nvPr/>
          </p:nvGrpSpPr>
          <p:grpSpPr>
            <a:xfrm>
              <a:off x="178840" y="129827"/>
              <a:ext cx="1845335" cy="1351673"/>
              <a:chOff x="1557290" y="2633002"/>
              <a:chExt cx="1845335" cy="1351673"/>
            </a:xfrm>
          </p:grpSpPr>
          <p:grpSp>
            <p:nvGrpSpPr>
              <p:cNvPr id="668" name="Google Shape;668;p16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669" name="Google Shape;669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70" name="Google Shape;670;p16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671" name="Google Shape;671;p16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672" name="Google Shape;672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73" name="Google Shape;673;p16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674" name="Google Shape;674;p16"/>
              <p:cNvCxnSpPr>
                <a:stCxn id="672" idx="0"/>
              </p:cNvCxnSpPr>
              <p:nvPr/>
            </p:nvCxnSpPr>
            <p:spPr>
              <a:xfrm rot="10800000">
                <a:off x="2660332" y="2887554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" name="Google Shape;675;p16"/>
              <p:cNvCxnSpPr>
                <a:stCxn id="669" idx="3"/>
              </p:cNvCxnSpPr>
              <p:nvPr/>
            </p:nvCxnSpPr>
            <p:spPr>
              <a:xfrm flipH="1" rot="10800000">
                <a:off x="2591192" y="288697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6" name="Google Shape;676;p16"/>
              <p:cNvCxnSpPr>
                <a:stCxn id="669" idx="5"/>
              </p:cNvCxnSpPr>
              <p:nvPr/>
            </p:nvCxnSpPr>
            <p:spPr>
              <a:xfrm flipH="1">
                <a:off x="1596661" y="347180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7" name="Google Shape;677;p16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8" name="Google Shape;678;p16"/>
            <p:cNvGrpSpPr/>
            <p:nvPr/>
          </p:nvGrpSpPr>
          <p:grpSpPr>
            <a:xfrm>
              <a:off x="121725" y="3806450"/>
              <a:ext cx="1835863" cy="1235149"/>
              <a:chOff x="8352175" y="268675"/>
              <a:chExt cx="1835863" cy="1235149"/>
            </a:xfrm>
          </p:grpSpPr>
          <p:grpSp>
            <p:nvGrpSpPr>
              <p:cNvPr id="679" name="Google Shape;679;p16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680" name="Google Shape;680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81" name="Google Shape;681;p16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82" name="Google Shape;682;p1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83" name="Google Shape;683;p16"/>
              <p:cNvSpPr/>
              <p:nvPr/>
            </p:nvSpPr>
            <p:spPr>
              <a:xfrm>
                <a:off x="8942351" y="11078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685" name="Google Shape;685;p16"/>
              <p:cNvGrpSpPr/>
              <p:nvPr/>
            </p:nvGrpSpPr>
            <p:grpSpPr>
              <a:xfrm>
                <a:off x="8408775" y="304300"/>
                <a:ext cx="906219" cy="722350"/>
                <a:chOff x="6860600" y="2285500"/>
                <a:chExt cx="906219" cy="722350"/>
              </a:xfrm>
            </p:grpSpPr>
            <p:cxnSp>
              <p:nvCxnSpPr>
                <p:cNvPr id="686" name="Google Shape;686;p16"/>
                <p:cNvCxnSpPr>
                  <a:stCxn id="680" idx="3"/>
                </p:cNvCxnSpPr>
                <p:nvPr/>
              </p:nvCxnSpPr>
              <p:spPr>
                <a:xfrm rot="10800000">
                  <a:off x="7612919" y="2975499"/>
                  <a:ext cx="153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87" name="Google Shape;687;p16"/>
                <p:cNvGrpSpPr/>
                <p:nvPr/>
              </p:nvGrpSpPr>
              <p:grpSpPr>
                <a:xfrm>
                  <a:off x="6860600" y="2285500"/>
                  <a:ext cx="755625" cy="690000"/>
                  <a:chOff x="6860600" y="2285500"/>
                  <a:chExt cx="755625" cy="690000"/>
                </a:xfrm>
              </p:grpSpPr>
              <p:cxnSp>
                <p:nvCxnSpPr>
                  <p:cNvPr id="688" name="Google Shape;688;p16"/>
                  <p:cNvCxnSpPr/>
                  <p:nvPr/>
                </p:nvCxnSpPr>
                <p:spPr>
                  <a:xfrm rot="10800000">
                    <a:off x="7262825" y="2285500"/>
                    <a:ext cx="353400" cy="690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9" name="Google Shape;689;p16"/>
                  <p:cNvCxnSpPr/>
                  <p:nvPr/>
                </p:nvCxnSpPr>
                <p:spPr>
                  <a:xfrm rot="10800000">
                    <a:off x="6860600" y="2289200"/>
                    <a:ext cx="405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690" name="Google Shape;690;p16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91" name="Google Shape;691;p16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93" name="Google Shape;693;p16"/>
            <p:cNvGrpSpPr/>
            <p:nvPr/>
          </p:nvGrpSpPr>
          <p:grpSpPr>
            <a:xfrm>
              <a:off x="8666846" y="3218679"/>
              <a:ext cx="1245819" cy="1079037"/>
              <a:chOff x="8022925" y="186250"/>
              <a:chExt cx="815700" cy="706500"/>
            </a:xfrm>
          </p:grpSpPr>
          <p:sp>
            <p:nvSpPr>
              <p:cNvPr id="694" name="Google Shape;694;p16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5" name="Google Shape;695;p16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"/>
          <p:cNvSpPr txBox="1"/>
          <p:nvPr>
            <p:ph type="title"/>
          </p:nvPr>
        </p:nvSpPr>
        <p:spPr>
          <a:xfrm>
            <a:off x="720000" y="1900782"/>
            <a:ext cx="3299700" cy="6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9" name="Google Shape;699;p17"/>
          <p:cNvSpPr txBox="1"/>
          <p:nvPr>
            <p:ph idx="1" type="subTitle"/>
          </p:nvPr>
        </p:nvSpPr>
        <p:spPr>
          <a:xfrm>
            <a:off x="720000" y="2478150"/>
            <a:ext cx="32997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0" name="Google Shape;700;p17"/>
          <p:cNvGrpSpPr/>
          <p:nvPr/>
        </p:nvGrpSpPr>
        <p:grpSpPr>
          <a:xfrm>
            <a:off x="77240" y="69577"/>
            <a:ext cx="9491710" cy="5019384"/>
            <a:chOff x="77240" y="69577"/>
            <a:chExt cx="9491710" cy="5019384"/>
          </a:xfrm>
        </p:grpSpPr>
        <p:grpSp>
          <p:nvGrpSpPr>
            <p:cNvPr id="701" name="Google Shape;701;p17"/>
            <p:cNvGrpSpPr/>
            <p:nvPr/>
          </p:nvGrpSpPr>
          <p:grpSpPr>
            <a:xfrm rot="10800000">
              <a:off x="960740" y="659350"/>
              <a:ext cx="587793" cy="557223"/>
              <a:chOff x="2273907" y="2024002"/>
              <a:chExt cx="587793" cy="55722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06" name="Google Shape;706;p17"/>
            <p:cNvGrpSpPr/>
            <p:nvPr/>
          </p:nvGrpSpPr>
          <p:grpSpPr>
            <a:xfrm>
              <a:off x="77240" y="69577"/>
              <a:ext cx="9491710" cy="5019384"/>
              <a:chOff x="77240" y="69577"/>
              <a:chExt cx="9491710" cy="5019384"/>
            </a:xfrm>
          </p:grpSpPr>
          <p:grpSp>
            <p:nvGrpSpPr>
              <p:cNvPr id="707" name="Google Shape;707;p17"/>
              <p:cNvGrpSpPr/>
              <p:nvPr/>
            </p:nvGrpSpPr>
            <p:grpSpPr>
              <a:xfrm>
                <a:off x="77240" y="69577"/>
                <a:ext cx="1845335" cy="1351673"/>
                <a:chOff x="1557290" y="2633002"/>
                <a:chExt cx="1845335" cy="1351673"/>
              </a:xfrm>
            </p:grpSpPr>
            <p:grpSp>
              <p:nvGrpSpPr>
                <p:cNvPr id="708" name="Google Shape;708;p17"/>
                <p:cNvGrpSpPr/>
                <p:nvPr/>
              </p:nvGrpSpPr>
              <p:grpSpPr>
                <a:xfrm rot="10800000">
                  <a:off x="1673693" y="2677134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709" name="Google Shape;709;p1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10" name="Google Shape;710;p17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711" name="Google Shape;711;p17"/>
                <p:cNvGrpSpPr/>
                <p:nvPr/>
              </p:nvGrpSpPr>
              <p:grpSpPr>
                <a:xfrm rot="10800000">
                  <a:off x="2814832" y="2633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712" name="Google Shape;712;p1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13" name="Google Shape;713;p17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14" name="Google Shape;714;p17"/>
                <p:cNvCxnSpPr>
                  <a:stCxn id="712" idx="0"/>
                </p:cNvCxnSpPr>
                <p:nvPr/>
              </p:nvCxnSpPr>
              <p:spPr>
                <a:xfrm rot="10800000">
                  <a:off x="2660332" y="2887554"/>
                  <a:ext cx="154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" name="Google Shape;715;p17"/>
                <p:cNvCxnSpPr>
                  <a:stCxn id="709" idx="3"/>
                </p:cNvCxnSpPr>
                <p:nvPr/>
              </p:nvCxnSpPr>
              <p:spPr>
                <a:xfrm flipH="1" rot="10800000">
                  <a:off x="2591192" y="2886970"/>
                  <a:ext cx="73200" cy="187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6" name="Google Shape;716;p17"/>
                <p:cNvCxnSpPr>
                  <a:stCxn id="709" idx="5"/>
                </p:cNvCxnSpPr>
                <p:nvPr/>
              </p:nvCxnSpPr>
              <p:spPr>
                <a:xfrm flipH="1">
                  <a:off x="1596661" y="3471805"/>
                  <a:ext cx="275700" cy="477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17" name="Google Shape;717;p17"/>
                <p:cNvSpPr/>
                <p:nvPr/>
              </p:nvSpPr>
              <p:spPr>
                <a:xfrm rot="10800000">
                  <a:off x="1557290" y="39060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18" name="Google Shape;718;p17"/>
              <p:cNvGrpSpPr/>
              <p:nvPr/>
            </p:nvGrpSpPr>
            <p:grpSpPr>
              <a:xfrm rot="10800000">
                <a:off x="7158025" y="138975"/>
                <a:ext cx="2410926" cy="1646533"/>
                <a:chOff x="8352175" y="-274150"/>
                <a:chExt cx="2410926" cy="1646533"/>
              </a:xfrm>
            </p:grpSpPr>
            <p:grpSp>
              <p:nvGrpSpPr>
                <p:cNvPr id="719" name="Google Shape;719;p17"/>
                <p:cNvGrpSpPr/>
                <p:nvPr/>
              </p:nvGrpSpPr>
              <p:grpSpPr>
                <a:xfrm>
                  <a:off x="9314994" y="6162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720" name="Google Shape;720;p1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21" name="Google Shape;721;p17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22" name="Google Shape;722;p17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723" name="Google Shape;723;p17"/>
                <p:cNvSpPr/>
                <p:nvPr/>
              </p:nvSpPr>
              <p:spPr>
                <a:xfrm>
                  <a:off x="10305901" y="616224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24" name="Google Shape;724;p17"/>
                <p:cNvSpPr/>
                <p:nvPr/>
              </p:nvSpPr>
              <p:spPr>
                <a:xfrm>
                  <a:off x="9118688" y="590550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725" name="Google Shape;725;p17"/>
                <p:cNvGrpSpPr/>
                <p:nvPr/>
              </p:nvGrpSpPr>
              <p:grpSpPr>
                <a:xfrm>
                  <a:off x="8408775" y="-274150"/>
                  <a:ext cx="906219" cy="1300800"/>
                  <a:chOff x="6860600" y="1707050"/>
                  <a:chExt cx="906219" cy="1300800"/>
                </a:xfrm>
              </p:grpSpPr>
              <p:grpSp>
                <p:nvGrpSpPr>
                  <p:cNvPr id="726" name="Google Shape;726;p17"/>
                  <p:cNvGrpSpPr/>
                  <p:nvPr/>
                </p:nvGrpSpPr>
                <p:grpSpPr>
                  <a:xfrm>
                    <a:off x="6860600" y="2285500"/>
                    <a:ext cx="906219" cy="722350"/>
                    <a:chOff x="6860600" y="2285500"/>
                    <a:chExt cx="906219" cy="722350"/>
                  </a:xfrm>
                </p:grpSpPr>
                <p:cxnSp>
                  <p:nvCxnSpPr>
                    <p:cNvPr id="727" name="Google Shape;727;p17"/>
                    <p:cNvCxnSpPr>
                      <a:stCxn id="720" idx="3"/>
                    </p:cNvCxnSpPr>
                    <p:nvPr/>
                  </p:nvCxnSpPr>
                  <p:spPr>
                    <a:xfrm rot="10800000">
                      <a:off x="7612919" y="2975499"/>
                      <a:ext cx="153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grpSp>
                  <p:nvGrpSpPr>
                    <p:cNvPr id="728" name="Google Shape;728;p17"/>
                    <p:cNvGrpSpPr/>
                    <p:nvPr/>
                  </p:nvGrpSpPr>
                  <p:grpSpPr>
                    <a:xfrm>
                      <a:off x="6860600" y="2285500"/>
                      <a:ext cx="755625" cy="690000"/>
                      <a:chOff x="6860600" y="2285500"/>
                      <a:chExt cx="755625" cy="690000"/>
                    </a:xfrm>
                  </p:grpSpPr>
                  <p:cxnSp>
                    <p:nvCxnSpPr>
                      <p:cNvPr id="729" name="Google Shape;729;p17"/>
                      <p:cNvCxnSpPr/>
                      <p:nvPr/>
                    </p:nvCxnSpPr>
                    <p:spPr>
                      <a:xfrm rot="10800000">
                        <a:off x="7262825" y="2285500"/>
                        <a:ext cx="353400" cy="6900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30" name="Google Shape;730;p17"/>
                      <p:cNvCxnSpPr/>
                      <p:nvPr/>
                    </p:nvCxnSpPr>
                    <p:spPr>
                      <a:xfrm rot="10800000">
                        <a:off x="6860600" y="2289200"/>
                        <a:ext cx="405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sp>
                  <p:nvSpPr>
                    <p:cNvPr id="731" name="Google Shape;731;p17"/>
                    <p:cNvSpPr/>
                    <p:nvPr/>
                  </p:nvSpPr>
                  <p:spPr>
                    <a:xfrm>
                      <a:off x="7584350" y="2943050"/>
                      <a:ext cx="64800" cy="64800"/>
                    </a:xfrm>
                    <a:prstGeom prst="ellipse">
                      <a:avLst/>
                    </a:pr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732" name="Google Shape;732;p17"/>
                  <p:cNvCxnSpPr/>
                  <p:nvPr/>
                </p:nvCxnSpPr>
                <p:spPr>
                  <a:xfrm flipH="1" rot="10800000">
                    <a:off x="7261350" y="1744525"/>
                    <a:ext cx="315600" cy="5463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733" name="Google Shape;733;p17"/>
                  <p:cNvSpPr/>
                  <p:nvPr/>
                </p:nvSpPr>
                <p:spPr>
                  <a:xfrm>
                    <a:off x="7545125" y="1707050"/>
                    <a:ext cx="73500" cy="732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734" name="Google Shape;734;p17"/>
                <p:cNvSpPr/>
                <p:nvPr/>
              </p:nvSpPr>
              <p:spPr>
                <a:xfrm>
                  <a:off x="8352175" y="2686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35" name="Google Shape;735;p17"/>
                <p:cNvSpPr/>
                <p:nvPr/>
              </p:nvSpPr>
              <p:spPr>
                <a:xfrm>
                  <a:off x="8942352" y="17492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36" name="Google Shape;736;p17"/>
              <p:cNvGrpSpPr/>
              <p:nvPr/>
            </p:nvGrpSpPr>
            <p:grpSpPr>
              <a:xfrm rot="5400000">
                <a:off x="224031" y="3803378"/>
                <a:ext cx="1180258" cy="1390907"/>
                <a:chOff x="4046769" y="1482116"/>
                <a:chExt cx="1180258" cy="1390907"/>
              </a:xfrm>
            </p:grpSpPr>
            <p:grpSp>
              <p:nvGrpSpPr>
                <p:cNvPr id="737" name="Google Shape;737;p17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738" name="Google Shape;738;p17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739" name="Google Shape;739;p17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740" name="Google Shape;740;p17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741" name="Google Shape;741;p17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742" name="Google Shape;742;p17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43" name="Google Shape;743;p17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44" name="Google Shape;744;p17"/>
                <p:cNvCxnSpPr>
                  <a:stCxn id="739" idx="1"/>
                  <a:endCxn id="745" idx="0"/>
                </p:cNvCxnSpPr>
                <p:nvPr/>
              </p:nvCxnSpPr>
              <p:spPr>
                <a:xfrm flipH="1" rot="-5400000">
                  <a:off x="4749671" y="2219382"/>
                  <a:ext cx="135000" cy="172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45" name="Google Shape;745;p17"/>
                <p:cNvSpPr/>
                <p:nvPr/>
              </p:nvSpPr>
              <p:spPr>
                <a:xfrm rot="-5400000">
                  <a:off x="4653574" y="2406673"/>
                  <a:ext cx="499800" cy="4329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46" name="Google Shape;746;p17"/>
                <p:cNvSpPr/>
                <p:nvPr/>
              </p:nvSpPr>
              <p:spPr>
                <a:xfrm rot="-5400000">
                  <a:off x="4704500" y="2450622"/>
                  <a:ext cx="398100" cy="345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9" name="Google Shape;749;p18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9pPr>
          </a:lstStyle>
          <a:p/>
        </p:txBody>
      </p:sp>
      <p:grpSp>
        <p:nvGrpSpPr>
          <p:cNvPr id="750" name="Google Shape;750;p18"/>
          <p:cNvGrpSpPr/>
          <p:nvPr/>
        </p:nvGrpSpPr>
        <p:grpSpPr>
          <a:xfrm>
            <a:off x="7225313" y="56675"/>
            <a:ext cx="2410926" cy="4985600"/>
            <a:chOff x="7225313" y="56675"/>
            <a:chExt cx="2410926" cy="4985600"/>
          </a:xfrm>
        </p:grpSpPr>
        <p:grpSp>
          <p:nvGrpSpPr>
            <p:cNvPr id="751" name="Google Shape;751;p18"/>
            <p:cNvGrpSpPr/>
            <p:nvPr/>
          </p:nvGrpSpPr>
          <p:grpSpPr>
            <a:xfrm rot="10800000">
              <a:off x="7225315" y="3690602"/>
              <a:ext cx="1845335" cy="1351673"/>
              <a:chOff x="1557290" y="2633002"/>
              <a:chExt cx="1845335" cy="1351673"/>
            </a:xfrm>
          </p:grpSpPr>
          <p:grpSp>
            <p:nvGrpSpPr>
              <p:cNvPr id="752" name="Google Shape;752;p18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753" name="Google Shape;753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4" name="Google Shape;754;p18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55" name="Google Shape;755;p18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756" name="Google Shape;756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7" name="Google Shape;757;p1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758" name="Google Shape;758;p18"/>
              <p:cNvCxnSpPr>
                <a:stCxn id="756" idx="0"/>
              </p:cNvCxnSpPr>
              <p:nvPr/>
            </p:nvCxnSpPr>
            <p:spPr>
              <a:xfrm rot="10800000">
                <a:off x="2660332" y="2887554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8"/>
              <p:cNvCxnSpPr>
                <a:stCxn id="753" idx="3"/>
              </p:cNvCxnSpPr>
              <p:nvPr/>
            </p:nvCxnSpPr>
            <p:spPr>
              <a:xfrm flipH="1" rot="10800000">
                <a:off x="2591192" y="288697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8"/>
              <p:cNvCxnSpPr>
                <a:stCxn id="753" idx="5"/>
              </p:cNvCxnSpPr>
              <p:nvPr/>
            </p:nvCxnSpPr>
            <p:spPr>
              <a:xfrm flipH="1">
                <a:off x="1596661" y="347180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1" name="Google Shape;761;p18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62" name="Google Shape;762;p18"/>
            <p:cNvGrpSpPr/>
            <p:nvPr/>
          </p:nvGrpSpPr>
          <p:grpSpPr>
            <a:xfrm rot="10800000">
              <a:off x="7225313" y="56675"/>
              <a:ext cx="2410926" cy="1646533"/>
              <a:chOff x="8352175" y="-274150"/>
              <a:chExt cx="2410926" cy="1646533"/>
            </a:xfrm>
          </p:grpSpPr>
          <p:grpSp>
            <p:nvGrpSpPr>
              <p:cNvPr id="763" name="Google Shape;763;p18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764" name="Google Shape;764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5" name="Google Shape;765;p1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6" name="Google Shape;766;p1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67" name="Google Shape;767;p18"/>
              <p:cNvSpPr/>
              <p:nvPr/>
            </p:nvSpPr>
            <p:spPr>
              <a:xfrm>
                <a:off x="10305901" y="6162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69" name="Google Shape;769;p18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770" name="Google Shape;770;p18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771" name="Google Shape;771;p18"/>
                  <p:cNvCxnSpPr>
                    <a:stCxn id="76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772" name="Google Shape;772;p18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773" name="Google Shape;773;p1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774" name="Google Shape;774;p18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775" name="Google Shape;775;p1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76" name="Google Shape;776;p18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77" name="Google Shape;777;p1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78" name="Google Shape;778;p18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8942352" y="174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2" name="Google Shape;782;p19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783" name="Google Shape;783;p19"/>
          <p:cNvGrpSpPr/>
          <p:nvPr/>
        </p:nvGrpSpPr>
        <p:grpSpPr>
          <a:xfrm>
            <a:off x="419652" y="-320547"/>
            <a:ext cx="8890113" cy="5704837"/>
            <a:chOff x="419652" y="-320547"/>
            <a:chExt cx="8890113" cy="5704837"/>
          </a:xfrm>
        </p:grpSpPr>
        <p:grpSp>
          <p:nvGrpSpPr>
            <p:cNvPr id="784" name="Google Shape;784;p19"/>
            <p:cNvGrpSpPr/>
            <p:nvPr/>
          </p:nvGrpSpPr>
          <p:grpSpPr>
            <a:xfrm>
              <a:off x="7877556" y="-320547"/>
              <a:ext cx="1180258" cy="1608559"/>
              <a:chOff x="4046769" y="1482116"/>
              <a:chExt cx="1180258" cy="1608559"/>
            </a:xfrm>
          </p:grpSpPr>
          <p:grpSp>
            <p:nvGrpSpPr>
              <p:cNvPr id="785" name="Google Shape;785;p19"/>
              <p:cNvGrpSpPr/>
              <p:nvPr/>
            </p:nvGrpSpPr>
            <p:grpSpPr>
              <a:xfrm>
                <a:off x="4046769" y="1482116"/>
                <a:ext cx="1180258" cy="1608559"/>
                <a:chOff x="4046769" y="1482116"/>
                <a:chExt cx="1180258" cy="1608559"/>
              </a:xfrm>
            </p:grpSpPr>
            <p:grpSp>
              <p:nvGrpSpPr>
                <p:cNvPr id="786" name="Google Shape;786;p19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787" name="Google Shape;787;p1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88" name="Google Shape;788;p19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89" name="Google Shape;789;p1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790" name="Google Shape;790;p19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1" name="Google Shape;791;p19"/>
                <p:cNvSpPr/>
                <p:nvPr/>
              </p:nvSpPr>
              <p:spPr>
                <a:xfrm>
                  <a:off x="5022288" y="298837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792" name="Google Shape;792;p19"/>
              <p:cNvCxnSpPr>
                <a:stCxn id="787" idx="1"/>
                <a:endCxn id="793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3" name="Google Shape;793;p19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95" name="Google Shape;795;p19"/>
            <p:cNvGrpSpPr/>
            <p:nvPr/>
          </p:nvGrpSpPr>
          <p:grpSpPr>
            <a:xfrm rot="-5400000">
              <a:off x="7939929" y="3878757"/>
              <a:ext cx="1055513" cy="1684159"/>
              <a:chOff x="9132525" y="-311776"/>
              <a:chExt cx="1055513" cy="1684159"/>
            </a:xfrm>
          </p:grpSpPr>
          <p:grpSp>
            <p:nvGrpSpPr>
              <p:cNvPr id="796" name="Google Shape;796;p19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797" name="Google Shape;797;p1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8" name="Google Shape;798;p1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9" name="Google Shape;799;p1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00" name="Google Shape;800;p19"/>
              <p:cNvSpPr/>
              <p:nvPr/>
            </p:nvSpPr>
            <p:spPr>
              <a:xfrm>
                <a:off x="9240001" y="-31177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1" name="Google Shape;801;p19"/>
              <p:cNvSpPr/>
              <p:nvPr/>
            </p:nvSpPr>
            <p:spPr>
              <a:xfrm>
                <a:off x="9283263" y="5317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802" name="Google Shape;802;p19"/>
              <p:cNvGrpSpPr/>
              <p:nvPr/>
            </p:nvGrpSpPr>
            <p:grpSpPr>
              <a:xfrm>
                <a:off x="9132525" y="961850"/>
                <a:ext cx="182469" cy="64800"/>
                <a:chOff x="7584350" y="2943050"/>
                <a:chExt cx="182469" cy="64800"/>
              </a:xfrm>
            </p:grpSpPr>
            <p:cxnSp>
              <p:nvCxnSpPr>
                <p:cNvPr id="803" name="Google Shape;803;p19"/>
                <p:cNvCxnSpPr>
                  <a:stCxn id="797" idx="3"/>
                </p:cNvCxnSpPr>
                <p:nvPr/>
              </p:nvCxnSpPr>
              <p:spPr>
                <a:xfrm>
                  <a:off x="7689869" y="2898549"/>
                  <a:ext cx="0" cy="153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04" name="Google Shape;804;p19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05" name="Google Shape;805;p19"/>
              <p:cNvSpPr/>
              <p:nvPr/>
            </p:nvSpPr>
            <p:spPr>
              <a:xfrm>
                <a:off x="9315002" y="1749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06" name="Google Shape;806;p19"/>
            <p:cNvGrpSpPr/>
            <p:nvPr/>
          </p:nvGrpSpPr>
          <p:grpSpPr>
            <a:xfrm>
              <a:off x="419652" y="4608574"/>
              <a:ext cx="895761" cy="775716"/>
              <a:chOff x="8734757" y="961160"/>
              <a:chExt cx="586500" cy="507900"/>
            </a:xfrm>
          </p:grpSpPr>
          <p:sp>
            <p:nvSpPr>
              <p:cNvPr id="807" name="Google Shape;807;p19"/>
              <p:cNvSpPr/>
              <p:nvPr/>
            </p:nvSpPr>
            <p:spPr>
              <a:xfrm>
                <a:off x="8734757" y="961160"/>
                <a:ext cx="586500" cy="507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8765857" y="988132"/>
                <a:ext cx="524400" cy="453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8858328" y="1068242"/>
                <a:ext cx="339300" cy="2937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 ">
  <p:cSld name="TITLE_AND_BODY_1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2" name="Google Shape;812;p20"/>
          <p:cNvSpPr txBox="1"/>
          <p:nvPr>
            <p:ph idx="1" type="body"/>
          </p:nvPr>
        </p:nvSpPr>
        <p:spPr>
          <a:xfrm>
            <a:off x="719975" y="1147224"/>
            <a:ext cx="7704000" cy="3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tamaran Light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813" name="Google Shape;813;p20"/>
          <p:cNvGrpSpPr/>
          <p:nvPr/>
        </p:nvGrpSpPr>
        <p:grpSpPr>
          <a:xfrm>
            <a:off x="107819" y="-693575"/>
            <a:ext cx="10278993" cy="6189648"/>
            <a:chOff x="107819" y="-693575"/>
            <a:chExt cx="10278993" cy="6189648"/>
          </a:xfrm>
        </p:grpSpPr>
        <p:grpSp>
          <p:nvGrpSpPr>
            <p:cNvPr id="814" name="Google Shape;814;p20"/>
            <p:cNvGrpSpPr/>
            <p:nvPr/>
          </p:nvGrpSpPr>
          <p:grpSpPr>
            <a:xfrm>
              <a:off x="6969009" y="3051325"/>
              <a:ext cx="3417803" cy="2444748"/>
              <a:chOff x="5222059" y="1707050"/>
              <a:chExt cx="3417803" cy="2444748"/>
            </a:xfrm>
          </p:grpSpPr>
          <p:grpSp>
            <p:nvGrpSpPr>
              <p:cNvPr id="815" name="Google Shape;815;p20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816" name="Google Shape;81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17" name="Google Shape;817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22" name="Google Shape;822;p20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823" name="Google Shape;823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4" name="Google Shape;824;p20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25" name="Google Shape;825;p20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826" name="Google Shape;826;p20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827" name="Google Shape;827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8" name="Google Shape;828;p20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9" name="Google Shape;829;p20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30" name="Google Shape;830;p20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" name="Google Shape;831;p20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2" name="Google Shape;832;p20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833" name="Google Shape;833;p20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834" name="Google Shape;834;p20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835" name="Google Shape;835;p20"/>
                  <p:cNvCxnSpPr>
                    <a:stCxn id="827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36" name="Google Shape;836;p20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837" name="Google Shape;837;p20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838" name="Google Shape;838;p20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839" name="Google Shape;839;p20"/>
                    <p:cNvCxnSpPr>
                      <a:stCxn id="820" idx="5"/>
                    </p:cNvCxnSpPr>
                    <p:nvPr/>
                  </p:nvCxnSpPr>
                  <p:spPr>
                    <a:xfrm flipH="1" rot="10800000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840" name="Google Shape;840;p20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841" name="Google Shape;841;p20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42" name="Google Shape;842;p20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43" name="Google Shape;843;p20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44" name="Google Shape;844;p20"/>
            <p:cNvGrpSpPr/>
            <p:nvPr/>
          </p:nvGrpSpPr>
          <p:grpSpPr>
            <a:xfrm>
              <a:off x="6515052" y="-693575"/>
              <a:ext cx="3213398" cy="2392650"/>
              <a:chOff x="4180777" y="-851325"/>
              <a:chExt cx="3213398" cy="2392650"/>
            </a:xfrm>
          </p:grpSpPr>
          <p:grpSp>
            <p:nvGrpSpPr>
              <p:cNvPr id="845" name="Google Shape;845;p20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846" name="Google Shape;84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47" name="Google Shape;847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48" name="Google Shape;848;p20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49" name="Google Shape;849;p20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850" name="Google Shape;850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1" name="Google Shape;851;p20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52" name="Google Shape;852;p20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853" name="Google Shape;853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4" name="Google Shape;854;p20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55" name="Google Shape;855;p20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856" name="Google Shape;85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7" name="Google Shape;857;p20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58" name="Google Shape;858;p20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5752677" y="-317397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0" name="Google Shape;860;p20"/>
              <p:cNvCxnSpPr>
                <a:stCxn id="846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1" name="Google Shape;861;p20"/>
              <p:cNvCxnSpPr>
                <a:stCxn id="856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" name="Google Shape;862;p20"/>
              <p:cNvCxnSpPr>
                <a:stCxn id="853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" name="Google Shape;863;p20"/>
              <p:cNvCxnSpPr>
                <a:stCxn id="850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" name="Google Shape;864;p20"/>
              <p:cNvCxnSpPr>
                <a:stCxn id="856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5" name="Google Shape;865;p20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6" name="Google Shape;866;p20"/>
              <p:cNvCxnSpPr>
                <a:stCxn id="850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7" name="Google Shape;867;p20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4180777" y="58866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69" name="Google Shape;869;p20"/>
            <p:cNvGrpSpPr/>
            <p:nvPr/>
          </p:nvGrpSpPr>
          <p:grpSpPr>
            <a:xfrm flipH="1" rot="-5400000">
              <a:off x="213144" y="3800116"/>
              <a:ext cx="1180258" cy="1390907"/>
              <a:chOff x="4046769" y="1482116"/>
              <a:chExt cx="1180258" cy="1390907"/>
            </a:xfrm>
          </p:grpSpPr>
          <p:grpSp>
            <p:nvGrpSpPr>
              <p:cNvPr id="870" name="Google Shape;870;p20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871" name="Google Shape;871;p20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872" name="Google Shape;872;p20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73" name="Google Shape;873;p20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74" name="Google Shape;874;p20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875" name="Google Shape;875;p20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76" name="Google Shape;876;p20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77" name="Google Shape;877;p20"/>
              <p:cNvCxnSpPr>
                <a:stCxn id="872" idx="1"/>
                <a:endCxn id="878" idx="0"/>
              </p:cNvCxnSpPr>
              <p:nvPr/>
            </p:nvCxnSpPr>
            <p:spPr>
              <a:xfrm flipH="1" rot="-5400000">
                <a:off x="4749671" y="2219382"/>
                <a:ext cx="135000" cy="17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8" name="Google Shape;878;p20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9" name="Google Shape;879;p20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2" name="Google Shape;882;p21"/>
          <p:cNvSpPr txBox="1"/>
          <p:nvPr>
            <p:ph idx="1" type="subTitle"/>
          </p:nvPr>
        </p:nvSpPr>
        <p:spPr>
          <a:xfrm>
            <a:off x="937625" y="28765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3" name="Google Shape;883;p21"/>
          <p:cNvSpPr txBox="1"/>
          <p:nvPr>
            <p:ph idx="2" type="subTitle"/>
          </p:nvPr>
        </p:nvSpPr>
        <p:spPr>
          <a:xfrm>
            <a:off x="3484346" y="28765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4" name="Google Shape;884;p21"/>
          <p:cNvSpPr txBox="1"/>
          <p:nvPr>
            <p:ph idx="3" type="subTitle"/>
          </p:nvPr>
        </p:nvSpPr>
        <p:spPr>
          <a:xfrm>
            <a:off x="6031074" y="28765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5" name="Google Shape;885;p21"/>
          <p:cNvSpPr txBox="1"/>
          <p:nvPr>
            <p:ph idx="4" type="subTitle"/>
          </p:nvPr>
        </p:nvSpPr>
        <p:spPr>
          <a:xfrm>
            <a:off x="937625" y="257175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86" name="Google Shape;886;p21"/>
          <p:cNvSpPr txBox="1"/>
          <p:nvPr>
            <p:ph idx="5" type="subTitle"/>
          </p:nvPr>
        </p:nvSpPr>
        <p:spPr>
          <a:xfrm>
            <a:off x="3484347" y="257175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87" name="Google Shape;887;p21"/>
          <p:cNvSpPr txBox="1"/>
          <p:nvPr>
            <p:ph idx="6" type="subTitle"/>
          </p:nvPr>
        </p:nvSpPr>
        <p:spPr>
          <a:xfrm>
            <a:off x="6031075" y="257175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888" name="Google Shape;888;p21"/>
          <p:cNvGrpSpPr/>
          <p:nvPr/>
        </p:nvGrpSpPr>
        <p:grpSpPr>
          <a:xfrm>
            <a:off x="-266412" y="169275"/>
            <a:ext cx="9838805" cy="5482894"/>
            <a:chOff x="-266412" y="169275"/>
            <a:chExt cx="9838805" cy="5482894"/>
          </a:xfrm>
        </p:grpSpPr>
        <p:grpSp>
          <p:nvGrpSpPr>
            <p:cNvPr id="889" name="Google Shape;889;p21"/>
            <p:cNvGrpSpPr/>
            <p:nvPr/>
          </p:nvGrpSpPr>
          <p:grpSpPr>
            <a:xfrm rot="5400000">
              <a:off x="7563177" y="3721379"/>
              <a:ext cx="2280941" cy="1580637"/>
              <a:chOff x="7469202" y="-252046"/>
              <a:chExt cx="2280941" cy="1580637"/>
            </a:xfrm>
          </p:grpSpPr>
          <p:grpSp>
            <p:nvGrpSpPr>
              <p:cNvPr id="890" name="Google Shape;890;p21"/>
              <p:cNvGrpSpPr/>
              <p:nvPr/>
            </p:nvGrpSpPr>
            <p:grpSpPr>
              <a:xfrm>
                <a:off x="8488484" y="-252046"/>
                <a:ext cx="1261659" cy="1580637"/>
                <a:chOff x="484534" y="-782621"/>
                <a:chExt cx="1261659" cy="1580637"/>
              </a:xfrm>
            </p:grpSpPr>
            <p:grpSp>
              <p:nvGrpSpPr>
                <p:cNvPr id="891" name="Google Shape;891;p21"/>
                <p:cNvGrpSpPr/>
                <p:nvPr/>
              </p:nvGrpSpPr>
              <p:grpSpPr>
                <a:xfrm>
                  <a:off x="484534" y="-782621"/>
                  <a:ext cx="1245819" cy="1079037"/>
                  <a:chOff x="8054206" y="147783"/>
                  <a:chExt cx="815700" cy="706500"/>
                </a:xfrm>
              </p:grpSpPr>
              <p:sp>
                <p:nvSpPr>
                  <p:cNvPr id="892" name="Google Shape;892;p21"/>
                  <p:cNvSpPr/>
                  <p:nvPr/>
                </p:nvSpPr>
                <p:spPr>
                  <a:xfrm>
                    <a:off x="8054206" y="147783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93" name="Google Shape;893;p21"/>
                  <p:cNvSpPr/>
                  <p:nvPr/>
                </p:nvSpPr>
                <p:spPr>
                  <a:xfrm>
                    <a:off x="8097463" y="185298"/>
                    <a:ext cx="729300" cy="631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94" name="Google Shape;894;p21"/>
                  <p:cNvSpPr/>
                  <p:nvPr/>
                </p:nvSpPr>
                <p:spPr>
                  <a:xfrm>
                    <a:off x="8276780" y="340606"/>
                    <a:ext cx="370500" cy="321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895" name="Google Shape;895;p21"/>
                <p:cNvCxnSpPr>
                  <a:stCxn id="892" idx="1"/>
                </p:cNvCxnSpPr>
                <p:nvPr/>
              </p:nvCxnSpPr>
              <p:spPr>
                <a:xfrm flipH="1" rot="-5400000">
                  <a:off x="1352593" y="404416"/>
                  <a:ext cx="501600" cy="285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96" name="Google Shape;896;p21"/>
                <p:cNvSpPr/>
                <p:nvPr/>
              </p:nvSpPr>
              <p:spPr>
                <a:xfrm>
                  <a:off x="879227" y="4141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97" name="Google Shape;897;p21"/>
              <p:cNvCxnSpPr>
                <a:stCxn id="892" idx="3"/>
                <a:endCxn id="898" idx="0"/>
              </p:cNvCxnSpPr>
              <p:nvPr/>
            </p:nvCxnSpPr>
            <p:spPr>
              <a:xfrm>
                <a:off x="8132384" y="-68627"/>
                <a:ext cx="0" cy="7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8" name="Google Shape;898;p21"/>
              <p:cNvSpPr/>
              <p:nvPr/>
            </p:nvSpPr>
            <p:spPr>
              <a:xfrm>
                <a:off x="7469202" y="1544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99" name="Google Shape;899;p21"/>
            <p:cNvGrpSpPr/>
            <p:nvPr/>
          </p:nvGrpSpPr>
          <p:grpSpPr>
            <a:xfrm>
              <a:off x="-266412" y="3745938"/>
              <a:ext cx="1835863" cy="1646533"/>
              <a:chOff x="8352175" y="-274150"/>
              <a:chExt cx="1835863" cy="1646533"/>
            </a:xfrm>
          </p:grpSpPr>
          <p:grpSp>
            <p:nvGrpSpPr>
              <p:cNvPr id="900" name="Google Shape;900;p21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901" name="Google Shape;901;p2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02" name="Google Shape;902;p21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03" name="Google Shape;903;p21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04" name="Google Shape;904;p21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5" name="Google Shape;905;p21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906" name="Google Shape;906;p21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907" name="Google Shape;907;p21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908" name="Google Shape;908;p21"/>
                  <p:cNvCxnSpPr>
                    <a:stCxn id="901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909" name="Google Shape;909;p21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910" name="Google Shape;910;p21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911" name="Google Shape;911;p21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912" name="Google Shape;912;p21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913" name="Google Shape;913;p21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14" name="Google Shape;914;p21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15" name="Google Shape;915;p21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6" name="Google Shape;916;p21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17" name="Google Shape;917;p21"/>
            <p:cNvGrpSpPr/>
            <p:nvPr/>
          </p:nvGrpSpPr>
          <p:grpSpPr>
            <a:xfrm flipH="1">
              <a:off x="8430776" y="169275"/>
              <a:ext cx="1141616" cy="1740595"/>
              <a:chOff x="-377824" y="3323825"/>
              <a:chExt cx="1141616" cy="1740595"/>
            </a:xfrm>
          </p:grpSpPr>
          <p:grpSp>
            <p:nvGrpSpPr>
              <p:cNvPr id="918" name="Google Shape;918;p21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919" name="Google Shape;919;p21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920" name="Google Shape;920;p21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921" name="Google Shape;921;p21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22" name="Google Shape;922;p21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23" name="Google Shape;923;p21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924" name="Google Shape;924;p21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25" name="Google Shape;925;p21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926" name="Google Shape;926;p21"/>
                <p:cNvCxnSpPr>
                  <a:stCxn id="921" idx="1"/>
                  <a:endCxn id="927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27" name="Google Shape;927;p21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8" name="Google Shape;928;p21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29" name="Google Shape;929;p21"/>
              <p:cNvSpPr/>
              <p:nvPr/>
            </p:nvSpPr>
            <p:spPr>
              <a:xfrm>
                <a:off x="-70275" y="3323825"/>
                <a:ext cx="595500" cy="5157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" name="Google Shape;930;p21"/>
              <p:cNvSpPr/>
              <p:nvPr/>
            </p:nvSpPr>
            <p:spPr>
              <a:xfrm>
                <a:off x="14475" y="3397200"/>
                <a:ext cx="426000" cy="369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3" name="Google Shape;933;p22"/>
          <p:cNvSpPr txBox="1"/>
          <p:nvPr>
            <p:ph idx="1" type="subTitle"/>
          </p:nvPr>
        </p:nvSpPr>
        <p:spPr>
          <a:xfrm>
            <a:off x="720025" y="1714213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4" name="Google Shape;934;p22"/>
          <p:cNvSpPr txBox="1"/>
          <p:nvPr>
            <p:ph idx="2" type="subTitle"/>
          </p:nvPr>
        </p:nvSpPr>
        <p:spPr>
          <a:xfrm>
            <a:off x="720025" y="283590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22"/>
          <p:cNvSpPr txBox="1"/>
          <p:nvPr>
            <p:ph idx="3" type="subTitle"/>
          </p:nvPr>
        </p:nvSpPr>
        <p:spPr>
          <a:xfrm>
            <a:off x="720025" y="3954896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22"/>
          <p:cNvSpPr txBox="1"/>
          <p:nvPr>
            <p:ph idx="4" type="subTitle"/>
          </p:nvPr>
        </p:nvSpPr>
        <p:spPr>
          <a:xfrm>
            <a:off x="720025" y="1241271"/>
            <a:ext cx="77040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37" name="Google Shape;937;p22"/>
          <p:cNvSpPr txBox="1"/>
          <p:nvPr>
            <p:ph idx="5" type="subTitle"/>
          </p:nvPr>
        </p:nvSpPr>
        <p:spPr>
          <a:xfrm>
            <a:off x="720025" y="2357298"/>
            <a:ext cx="7704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38" name="Google Shape;938;p22"/>
          <p:cNvSpPr txBox="1"/>
          <p:nvPr>
            <p:ph idx="6" type="subTitle"/>
          </p:nvPr>
        </p:nvSpPr>
        <p:spPr>
          <a:xfrm>
            <a:off x="720025" y="3470625"/>
            <a:ext cx="7704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939" name="Google Shape;939;p22"/>
          <p:cNvGrpSpPr/>
          <p:nvPr/>
        </p:nvGrpSpPr>
        <p:grpSpPr>
          <a:xfrm>
            <a:off x="36670" y="-818387"/>
            <a:ext cx="9710039" cy="5836570"/>
            <a:chOff x="36670" y="-818387"/>
            <a:chExt cx="9710039" cy="5836570"/>
          </a:xfrm>
        </p:grpSpPr>
        <p:grpSp>
          <p:nvGrpSpPr>
            <p:cNvPr id="940" name="Google Shape;940;p22"/>
            <p:cNvGrpSpPr/>
            <p:nvPr/>
          </p:nvGrpSpPr>
          <p:grpSpPr>
            <a:xfrm>
              <a:off x="6586639" y="-818387"/>
              <a:ext cx="3160070" cy="2392650"/>
              <a:chOff x="6586639" y="-781700"/>
              <a:chExt cx="3160070" cy="2392650"/>
            </a:xfrm>
          </p:grpSpPr>
          <p:grpSp>
            <p:nvGrpSpPr>
              <p:cNvPr id="941" name="Google Shape;941;p22"/>
              <p:cNvGrpSpPr/>
              <p:nvPr/>
            </p:nvGrpSpPr>
            <p:grpSpPr>
              <a:xfrm flipH="1">
                <a:off x="7382025" y="-781700"/>
                <a:ext cx="2364684" cy="2392650"/>
                <a:chOff x="5404368" y="-851325"/>
                <a:chExt cx="2364684" cy="2392650"/>
              </a:xfrm>
            </p:grpSpPr>
            <p:grpSp>
              <p:nvGrpSpPr>
                <p:cNvPr id="942" name="Google Shape;942;p22"/>
                <p:cNvGrpSpPr/>
                <p:nvPr/>
              </p:nvGrpSpPr>
              <p:grpSpPr>
                <a:xfrm>
                  <a:off x="6360273" y="-338456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943" name="Google Shape;943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44" name="Google Shape;944;p22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945" name="Google Shape;945;p22"/>
                <p:cNvGrpSpPr/>
                <p:nvPr/>
              </p:nvGrpSpPr>
              <p:grpSpPr>
                <a:xfrm>
                  <a:off x="5548840" y="-8756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946" name="Google Shape;946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47" name="Google Shape;947;p22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948" name="Google Shape;948;p22"/>
                <p:cNvGrpSpPr/>
                <p:nvPr/>
              </p:nvGrpSpPr>
              <p:grpSpPr>
                <a:xfrm>
                  <a:off x="6089765" y="600244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949" name="Google Shape;949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50" name="Google Shape;950;p22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51" name="Google Shape;951;p22"/>
                <p:cNvSpPr/>
                <p:nvPr/>
              </p:nvSpPr>
              <p:spPr>
                <a:xfrm>
                  <a:off x="6499238" y="5521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52" name="Google Shape;952;p22"/>
                <p:cNvSpPr/>
                <p:nvPr/>
              </p:nvSpPr>
              <p:spPr>
                <a:xfrm>
                  <a:off x="7461852" y="112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953" name="Google Shape;953;p22"/>
                <p:cNvCxnSpPr/>
                <p:nvPr/>
              </p:nvCxnSpPr>
              <p:spPr>
                <a:xfrm>
                  <a:off x="5404368" y="355166"/>
                  <a:ext cx="285600" cy="501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4" name="Google Shape;954;p22"/>
                <p:cNvCxnSpPr>
                  <a:stCxn id="949" idx="3"/>
                </p:cNvCxnSpPr>
                <p:nvPr/>
              </p:nvCxnSpPr>
              <p:spPr>
                <a:xfrm rot="10800000">
                  <a:off x="5686565" y="854796"/>
                  <a:ext cx="403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5" name="Google Shape;955;p22"/>
                <p:cNvCxnSpPr>
                  <a:stCxn id="946" idx="0"/>
                </p:cNvCxnSpPr>
                <p:nvPr/>
              </p:nvCxnSpPr>
              <p:spPr>
                <a:xfrm>
                  <a:off x="6136634" y="245796"/>
                  <a:ext cx="154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6" name="Google Shape;956;p22"/>
                <p:cNvCxnSpPr>
                  <a:stCxn id="943" idx="3"/>
                </p:cNvCxnSpPr>
                <p:nvPr/>
              </p:nvCxnSpPr>
              <p:spPr>
                <a:xfrm flipH="1">
                  <a:off x="6287073" y="58880"/>
                  <a:ext cx="73200" cy="187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7" name="Google Shape;957;p22"/>
                <p:cNvCxnSpPr>
                  <a:stCxn id="949" idx="1"/>
                </p:cNvCxnSpPr>
                <p:nvPr/>
              </p:nvCxnSpPr>
              <p:spPr>
                <a:xfrm>
                  <a:off x="6550283" y="1109348"/>
                  <a:ext cx="226200" cy="391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58" name="Google Shape;958;p22"/>
                <p:cNvSpPr/>
                <p:nvPr/>
              </p:nvSpPr>
              <p:spPr>
                <a:xfrm>
                  <a:off x="6736425" y="14627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959" name="Google Shape;959;p22"/>
                <p:cNvCxnSpPr>
                  <a:stCxn id="943" idx="5"/>
                </p:cNvCxnSpPr>
                <p:nvPr/>
              </p:nvCxnSpPr>
              <p:spPr>
                <a:xfrm flipH="1" rot="10800000">
                  <a:off x="7079105" y="-816055"/>
                  <a:ext cx="275700" cy="477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60" name="Google Shape;960;p22"/>
                <p:cNvSpPr/>
                <p:nvPr/>
              </p:nvSpPr>
              <p:spPr>
                <a:xfrm>
                  <a:off x="7315575" y="-8513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61" name="Google Shape;961;p22"/>
                <p:cNvSpPr/>
                <p:nvPr/>
              </p:nvSpPr>
              <p:spPr>
                <a:xfrm>
                  <a:off x="6136627" y="12092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962" name="Google Shape;962;p22"/>
              <p:cNvGrpSpPr/>
              <p:nvPr/>
            </p:nvGrpSpPr>
            <p:grpSpPr>
              <a:xfrm flipH="1">
                <a:off x="6586639" y="-215983"/>
                <a:ext cx="795389" cy="688979"/>
                <a:chOff x="8022925" y="186250"/>
                <a:chExt cx="815700" cy="706500"/>
              </a:xfrm>
            </p:grpSpPr>
            <p:sp>
              <p:nvSpPr>
                <p:cNvPr id="963" name="Google Shape;963;p2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64" name="Google Shape;964;p22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65" name="Google Shape;965;p22"/>
                <p:cNvSpPr/>
                <p:nvPr/>
              </p:nvSpPr>
              <p:spPr>
                <a:xfrm>
                  <a:off x="8222718" y="359307"/>
                  <a:ext cx="416100" cy="3606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966" name="Google Shape;966;p22"/>
              <p:cNvCxnSpPr>
                <a:stCxn id="963" idx="3"/>
                <a:endCxn id="943" idx="0"/>
              </p:cNvCxnSpPr>
              <p:nvPr/>
            </p:nvCxnSpPr>
            <p:spPr>
              <a:xfrm>
                <a:off x="7382028" y="128506"/>
                <a:ext cx="491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67" name="Google Shape;967;p22"/>
            <p:cNvGrpSpPr/>
            <p:nvPr/>
          </p:nvGrpSpPr>
          <p:grpSpPr>
            <a:xfrm flipH="1">
              <a:off x="8430769" y="3177041"/>
              <a:ext cx="1180258" cy="1390907"/>
              <a:chOff x="4046769" y="1482116"/>
              <a:chExt cx="1180258" cy="1390907"/>
            </a:xfrm>
          </p:grpSpPr>
          <p:grpSp>
            <p:nvGrpSpPr>
              <p:cNvPr id="968" name="Google Shape;968;p22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969" name="Google Shape;969;p22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72" name="Google Shape;972;p22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73" name="Google Shape;973;p22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74" name="Google Shape;974;p22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975" name="Google Shape;975;p22"/>
              <p:cNvCxnSpPr>
                <a:stCxn id="970" idx="1"/>
                <a:endCxn id="976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6" name="Google Shape;976;p22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78" name="Google Shape;978;p22"/>
            <p:cNvGrpSpPr/>
            <p:nvPr/>
          </p:nvGrpSpPr>
          <p:grpSpPr>
            <a:xfrm flipH="1" rot="10800000">
              <a:off x="36670" y="3291158"/>
              <a:ext cx="1023526" cy="1727025"/>
              <a:chOff x="-5" y="2300632"/>
              <a:chExt cx="1023526" cy="1727025"/>
            </a:xfrm>
          </p:grpSpPr>
          <p:grpSp>
            <p:nvGrpSpPr>
              <p:cNvPr id="979" name="Google Shape;979;p22"/>
              <p:cNvGrpSpPr/>
              <p:nvPr/>
            </p:nvGrpSpPr>
            <p:grpSpPr>
              <a:xfrm rot="5400000">
                <a:off x="-417172" y="2717800"/>
                <a:ext cx="1413385" cy="579050"/>
                <a:chOff x="2195315" y="2002175"/>
                <a:chExt cx="1413385" cy="579050"/>
              </a:xfrm>
            </p:grpSpPr>
            <p:grpSp>
              <p:nvGrpSpPr>
                <p:cNvPr id="980" name="Google Shape;980;p22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981" name="Google Shape;981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82" name="Google Shape;982;p22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83" name="Google Shape;983;p22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984" name="Google Shape;984;p22"/>
                <p:cNvCxnSpPr>
                  <a:stCxn id="981" idx="3"/>
                  <a:endCxn id="985" idx="0"/>
                </p:cNvCxnSpPr>
                <p:nvPr/>
              </p:nvCxnSpPr>
              <p:spPr>
                <a:xfrm rot="10800000">
                  <a:off x="3235200" y="1905054"/>
                  <a:ext cx="0" cy="74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86" name="Google Shape;986;p22"/>
                <p:cNvSpPr/>
                <p:nvPr/>
              </p:nvSpPr>
              <p:spPr>
                <a:xfrm rot="10800000">
                  <a:off x="2195315" y="20021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85" name="Google Shape;985;p22"/>
              <p:cNvSpPr/>
              <p:nvPr/>
            </p:nvSpPr>
            <p:spPr>
              <a:xfrm rot="-5400000">
                <a:off x="145946" y="3735157"/>
                <a:ext cx="313500" cy="27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7" name="Google Shape;987;p22"/>
              <p:cNvSpPr/>
              <p:nvPr/>
            </p:nvSpPr>
            <p:spPr>
              <a:xfrm rot="-5400000">
                <a:off x="731021" y="2321632"/>
                <a:ext cx="313500" cy="27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23"/>
          <p:cNvSpPr txBox="1"/>
          <p:nvPr>
            <p:ph idx="1" type="subTitle"/>
          </p:nvPr>
        </p:nvSpPr>
        <p:spPr>
          <a:xfrm>
            <a:off x="1294375" y="1655237"/>
            <a:ext cx="71364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1" name="Google Shape;991;p23"/>
          <p:cNvSpPr txBox="1"/>
          <p:nvPr>
            <p:ph idx="2" type="subTitle"/>
          </p:nvPr>
        </p:nvSpPr>
        <p:spPr>
          <a:xfrm>
            <a:off x="1294385" y="2798237"/>
            <a:ext cx="71364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p23"/>
          <p:cNvSpPr txBox="1"/>
          <p:nvPr>
            <p:ph idx="3" type="subTitle"/>
          </p:nvPr>
        </p:nvSpPr>
        <p:spPr>
          <a:xfrm>
            <a:off x="1294385" y="3941237"/>
            <a:ext cx="71364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3" name="Google Shape;993;p23"/>
          <p:cNvSpPr txBox="1"/>
          <p:nvPr>
            <p:ph idx="4" type="subTitle"/>
          </p:nvPr>
        </p:nvSpPr>
        <p:spPr>
          <a:xfrm>
            <a:off x="1294375" y="1375477"/>
            <a:ext cx="71364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94" name="Google Shape;994;p23"/>
          <p:cNvSpPr txBox="1"/>
          <p:nvPr>
            <p:ph idx="5" type="subTitle"/>
          </p:nvPr>
        </p:nvSpPr>
        <p:spPr>
          <a:xfrm>
            <a:off x="1294375" y="2496027"/>
            <a:ext cx="71364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95" name="Google Shape;995;p23"/>
          <p:cNvSpPr txBox="1"/>
          <p:nvPr>
            <p:ph idx="6" type="subTitle"/>
          </p:nvPr>
        </p:nvSpPr>
        <p:spPr>
          <a:xfrm>
            <a:off x="1294375" y="3616577"/>
            <a:ext cx="71364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996" name="Google Shape;996;p23"/>
          <p:cNvGrpSpPr/>
          <p:nvPr/>
        </p:nvGrpSpPr>
        <p:grpSpPr>
          <a:xfrm>
            <a:off x="-443807" y="-948650"/>
            <a:ext cx="9956582" cy="6051825"/>
            <a:chOff x="-443807" y="-948650"/>
            <a:chExt cx="9956582" cy="6051825"/>
          </a:xfrm>
        </p:grpSpPr>
        <p:grpSp>
          <p:nvGrpSpPr>
            <p:cNvPr id="997" name="Google Shape;997;p23"/>
            <p:cNvGrpSpPr/>
            <p:nvPr/>
          </p:nvGrpSpPr>
          <p:grpSpPr>
            <a:xfrm>
              <a:off x="6093702" y="-948650"/>
              <a:ext cx="3419073" cy="1782378"/>
              <a:chOff x="3975102" y="-851325"/>
              <a:chExt cx="3419073" cy="1782378"/>
            </a:xfrm>
          </p:grpSpPr>
          <p:grpSp>
            <p:nvGrpSpPr>
              <p:cNvPr id="998" name="Google Shape;998;p23"/>
              <p:cNvGrpSpPr/>
              <p:nvPr/>
            </p:nvGrpSpPr>
            <p:grpSpPr>
              <a:xfrm>
                <a:off x="4368809" y="-635621"/>
                <a:ext cx="1245819" cy="1079037"/>
                <a:chOff x="7983967" y="244032"/>
                <a:chExt cx="815700" cy="706500"/>
              </a:xfrm>
            </p:grpSpPr>
            <p:sp>
              <p:nvSpPr>
                <p:cNvPr id="999" name="Google Shape;999;p23"/>
                <p:cNvSpPr/>
                <p:nvPr/>
              </p:nvSpPr>
              <p:spPr>
                <a:xfrm>
                  <a:off x="7983967" y="244032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0" name="Google Shape;1000;p23"/>
                <p:cNvSpPr/>
                <p:nvPr/>
              </p:nvSpPr>
              <p:spPr>
                <a:xfrm>
                  <a:off x="8027224" y="281546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1" name="Google Shape;1001;p23"/>
                <p:cNvSpPr/>
                <p:nvPr/>
              </p:nvSpPr>
              <p:spPr>
                <a:xfrm>
                  <a:off x="8316706" y="532281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02" name="Google Shape;1002;p23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003" name="Google Shape;1003;p2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4" name="Google Shape;1004;p23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05" name="Google Shape;1005;p23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006" name="Google Shape;1006;p2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7" name="Google Shape;1007;p23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08" name="Google Shape;1008;p23"/>
              <p:cNvSpPr/>
              <p:nvPr/>
            </p:nvSpPr>
            <p:spPr>
              <a:xfrm>
                <a:off x="3975102" y="-19647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9" name="Google Shape;1009;p23"/>
              <p:cNvCxnSpPr>
                <a:stCxn id="1006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" name="Google Shape;1010;p23"/>
              <p:cNvCxnSpPr>
                <a:stCxn id="1003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1" name="Google Shape;1011;p23"/>
              <p:cNvSpPr/>
              <p:nvPr/>
            </p:nvSpPr>
            <p:spPr>
              <a:xfrm>
                <a:off x="6393525" y="50035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2" name="Google Shape;1012;p23"/>
              <p:cNvCxnSpPr>
                <a:stCxn id="1003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3" name="Google Shape;1013;p23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6525052" y="6649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15" name="Google Shape;1015;p23"/>
            <p:cNvGrpSpPr/>
            <p:nvPr/>
          </p:nvGrpSpPr>
          <p:grpSpPr>
            <a:xfrm rot="10800000">
              <a:off x="-443807" y="2829059"/>
              <a:ext cx="917499" cy="794671"/>
              <a:chOff x="8022925" y="186250"/>
              <a:chExt cx="815700" cy="706500"/>
            </a:xfrm>
          </p:grpSpPr>
          <p:sp>
            <p:nvSpPr>
              <p:cNvPr id="1016" name="Google Shape;1016;p23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7" name="Google Shape;1017;p23"/>
              <p:cNvSpPr/>
              <p:nvPr/>
            </p:nvSpPr>
            <p:spPr>
              <a:xfrm>
                <a:off x="8169420" y="313166"/>
                <a:ext cx="522900" cy="4527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18" name="Google Shape;1018;p23"/>
            <p:cNvGrpSpPr/>
            <p:nvPr/>
          </p:nvGrpSpPr>
          <p:grpSpPr>
            <a:xfrm flipH="1">
              <a:off x="8055928" y="4390325"/>
              <a:ext cx="990993" cy="712850"/>
              <a:chOff x="-54031" y="3864675"/>
              <a:chExt cx="990993" cy="712850"/>
            </a:xfrm>
          </p:grpSpPr>
          <p:grpSp>
            <p:nvGrpSpPr>
              <p:cNvPr id="1019" name="Google Shape;1019;p23"/>
              <p:cNvGrpSpPr/>
              <p:nvPr/>
            </p:nvGrpSpPr>
            <p:grpSpPr>
              <a:xfrm rot="10800000">
                <a:off x="-54031" y="4020302"/>
                <a:ext cx="587793" cy="509104"/>
                <a:chOff x="8219133" y="114261"/>
                <a:chExt cx="815700" cy="706500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>
                  <a:off x="8219133" y="114261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>
                  <a:off x="8409510" y="279167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22" name="Google Shape;1022;p23"/>
              <p:cNvSpPr/>
              <p:nvPr/>
            </p:nvSpPr>
            <p:spPr>
              <a:xfrm rot="10800000">
                <a:off x="21990" y="44752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3" name="Google Shape;1023;p23"/>
              <p:cNvCxnSpPr>
                <a:stCxn id="1020" idx="3"/>
              </p:cNvCxnSpPr>
              <p:nvPr/>
            </p:nvCxnSpPr>
            <p:spPr>
              <a:xfrm>
                <a:off x="533763" y="4274854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4" name="Google Shape;1024;p23"/>
              <p:cNvSpPr/>
              <p:nvPr/>
            </p:nvSpPr>
            <p:spPr>
              <a:xfrm rot="10800000">
                <a:off x="87603" y="3864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24"/>
          <p:cNvSpPr/>
          <p:nvPr>
            <p:ph idx="2" type="pic"/>
          </p:nvPr>
        </p:nvSpPr>
        <p:spPr>
          <a:xfrm>
            <a:off x="726775" y="2830600"/>
            <a:ext cx="7704000" cy="177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8" name="Google Shape;1028;p24"/>
          <p:cNvSpPr txBox="1"/>
          <p:nvPr>
            <p:ph idx="1" type="subTitle"/>
          </p:nvPr>
        </p:nvSpPr>
        <p:spPr>
          <a:xfrm>
            <a:off x="713225" y="1614011"/>
            <a:ext cx="1793100" cy="1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9" name="Google Shape;1029;p24"/>
          <p:cNvSpPr txBox="1"/>
          <p:nvPr>
            <p:ph idx="3" type="subTitle"/>
          </p:nvPr>
        </p:nvSpPr>
        <p:spPr>
          <a:xfrm>
            <a:off x="2685782" y="1614011"/>
            <a:ext cx="1793100" cy="1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0" name="Google Shape;1030;p24"/>
          <p:cNvSpPr txBox="1"/>
          <p:nvPr>
            <p:ph idx="4" type="subTitle"/>
          </p:nvPr>
        </p:nvSpPr>
        <p:spPr>
          <a:xfrm>
            <a:off x="4658339" y="1614011"/>
            <a:ext cx="1793100" cy="1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1" name="Google Shape;1031;p24"/>
          <p:cNvSpPr txBox="1"/>
          <p:nvPr>
            <p:ph idx="5" type="subTitle"/>
          </p:nvPr>
        </p:nvSpPr>
        <p:spPr>
          <a:xfrm>
            <a:off x="6630896" y="1614011"/>
            <a:ext cx="1793100" cy="1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2" name="Google Shape;1032;p24"/>
          <p:cNvSpPr txBox="1"/>
          <p:nvPr>
            <p:ph idx="6" type="subTitle"/>
          </p:nvPr>
        </p:nvSpPr>
        <p:spPr>
          <a:xfrm>
            <a:off x="713225" y="1216375"/>
            <a:ext cx="17931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33" name="Google Shape;1033;p24"/>
          <p:cNvSpPr txBox="1"/>
          <p:nvPr>
            <p:ph idx="7" type="subTitle"/>
          </p:nvPr>
        </p:nvSpPr>
        <p:spPr>
          <a:xfrm>
            <a:off x="2685783" y="1216375"/>
            <a:ext cx="17931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34" name="Google Shape;1034;p24"/>
          <p:cNvSpPr txBox="1"/>
          <p:nvPr>
            <p:ph idx="8" type="subTitle"/>
          </p:nvPr>
        </p:nvSpPr>
        <p:spPr>
          <a:xfrm>
            <a:off x="4658340" y="1216375"/>
            <a:ext cx="17931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35" name="Google Shape;1035;p24"/>
          <p:cNvSpPr txBox="1"/>
          <p:nvPr>
            <p:ph idx="9" type="subTitle"/>
          </p:nvPr>
        </p:nvSpPr>
        <p:spPr>
          <a:xfrm>
            <a:off x="6630898" y="1216375"/>
            <a:ext cx="17931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1036" name="Google Shape;1036;p24"/>
          <p:cNvGrpSpPr/>
          <p:nvPr/>
        </p:nvGrpSpPr>
        <p:grpSpPr>
          <a:xfrm>
            <a:off x="80095" y="-272522"/>
            <a:ext cx="9526605" cy="5996672"/>
            <a:chOff x="80095" y="-272522"/>
            <a:chExt cx="9526605" cy="5996672"/>
          </a:xfrm>
        </p:grpSpPr>
        <p:grpSp>
          <p:nvGrpSpPr>
            <p:cNvPr id="1037" name="Google Shape;1037;p24"/>
            <p:cNvGrpSpPr/>
            <p:nvPr/>
          </p:nvGrpSpPr>
          <p:grpSpPr>
            <a:xfrm>
              <a:off x="7591902" y="3331500"/>
              <a:ext cx="2014798" cy="2392650"/>
              <a:chOff x="5379377" y="-851325"/>
              <a:chExt cx="2014798" cy="2392650"/>
            </a:xfrm>
          </p:grpSpPr>
          <p:grpSp>
            <p:nvGrpSpPr>
              <p:cNvPr id="1038" name="Google Shape;1038;p24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039" name="Google Shape;1039;p2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40" name="Google Shape;1040;p24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41" name="Google Shape;1041;p24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1042" name="Google Shape;1042;p2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43" name="Google Shape;1043;p24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44" name="Google Shape;1044;p24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6495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6" name="Google Shape;1046;p24"/>
              <p:cNvCxnSpPr>
                <a:stCxn id="1042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7" name="Google Shape;1047;p24"/>
              <p:cNvCxnSpPr>
                <a:stCxn id="1042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8" name="Google Shape;1048;p24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9" name="Google Shape;1049;p24"/>
              <p:cNvCxnSpPr>
                <a:stCxn id="1039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0" name="Google Shape;1050;p24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5379377" y="721791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52" name="Google Shape;1052;p24"/>
            <p:cNvGrpSpPr/>
            <p:nvPr/>
          </p:nvGrpSpPr>
          <p:grpSpPr>
            <a:xfrm>
              <a:off x="8058719" y="-272522"/>
              <a:ext cx="1180258" cy="1390907"/>
              <a:chOff x="4046769" y="1482116"/>
              <a:chExt cx="1180258" cy="1390907"/>
            </a:xfrm>
          </p:grpSpPr>
          <p:grpSp>
            <p:nvGrpSpPr>
              <p:cNvPr id="1053" name="Google Shape;1053;p24"/>
              <p:cNvGrpSpPr/>
              <p:nvPr/>
            </p:nvGrpSpPr>
            <p:grpSpPr>
              <a:xfrm>
                <a:off x="4046769" y="1482116"/>
                <a:ext cx="1180258" cy="993459"/>
                <a:chOff x="4046769" y="1482116"/>
                <a:chExt cx="1180258" cy="993459"/>
              </a:xfrm>
            </p:grpSpPr>
            <p:grpSp>
              <p:nvGrpSpPr>
                <p:cNvPr id="1054" name="Google Shape;1054;p24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1055" name="Google Shape;1055;p2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56" name="Google Shape;1056;p24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57" name="Google Shape;1057;p2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058" name="Google Shape;1058;p24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59" name="Google Shape;1059;p24"/>
                <p:cNvSpPr/>
                <p:nvPr/>
              </p:nvSpPr>
              <p:spPr>
                <a:xfrm>
                  <a:off x="4498375" y="237327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060" name="Google Shape;1060;p24"/>
              <p:cNvCxnSpPr>
                <a:stCxn id="1055" idx="1"/>
                <a:endCxn id="1061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1" name="Google Shape;1061;p24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63" name="Google Shape;1063;p24"/>
            <p:cNvGrpSpPr/>
            <p:nvPr/>
          </p:nvGrpSpPr>
          <p:grpSpPr>
            <a:xfrm>
              <a:off x="80095" y="3828517"/>
              <a:ext cx="989200" cy="1230763"/>
              <a:chOff x="80095" y="3828517"/>
              <a:chExt cx="989200" cy="1230763"/>
            </a:xfrm>
          </p:grpSpPr>
          <p:grpSp>
            <p:nvGrpSpPr>
              <p:cNvPr id="1064" name="Google Shape;1064;p24"/>
              <p:cNvGrpSpPr/>
              <p:nvPr/>
            </p:nvGrpSpPr>
            <p:grpSpPr>
              <a:xfrm flipH="1" rot="5400000">
                <a:off x="10465" y="4000450"/>
                <a:ext cx="1128460" cy="989200"/>
                <a:chOff x="2136440" y="1592025"/>
                <a:chExt cx="1128460" cy="989200"/>
              </a:xfrm>
            </p:grpSpPr>
            <p:grpSp>
              <p:nvGrpSpPr>
                <p:cNvPr id="1065" name="Google Shape;1065;p24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066" name="Google Shape;1066;p2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67" name="Google Shape;1067;p24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068" name="Google Shape;1068;p24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1069" name="Google Shape;1069;p24"/>
                <p:cNvCxnSpPr>
                  <a:stCxn id="1066" idx="3"/>
                </p:cNvCxnSpPr>
                <p:nvPr/>
              </p:nvCxnSpPr>
              <p:spPr>
                <a:xfrm rot="10800000">
                  <a:off x="3063300" y="2076954"/>
                  <a:ext cx="0" cy="403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0" name="Google Shape;1070;p24"/>
                <p:cNvCxnSpPr>
                  <a:stCxn id="1066" idx="1"/>
                </p:cNvCxnSpPr>
                <p:nvPr/>
              </p:nvCxnSpPr>
              <p:spPr>
                <a:xfrm flipH="1" rot="5400000">
                  <a:off x="2092183" y="1715002"/>
                  <a:ext cx="391800" cy="226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071" name="Google Shape;1071;p24"/>
                <p:cNvSpPr/>
                <p:nvPr/>
              </p:nvSpPr>
              <p:spPr>
                <a:xfrm rot="10800000">
                  <a:off x="2136440" y="15920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72" name="Google Shape;1072;p24"/>
              <p:cNvSpPr/>
              <p:nvPr/>
            </p:nvSpPr>
            <p:spPr>
              <a:xfrm flipH="1" rot="-5400000">
                <a:off x="333845" y="3828517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5" name="Google Shape;1075;p25"/>
          <p:cNvSpPr txBox="1"/>
          <p:nvPr>
            <p:ph idx="1" type="subTitle"/>
          </p:nvPr>
        </p:nvSpPr>
        <p:spPr>
          <a:xfrm>
            <a:off x="1114552" y="2093303"/>
            <a:ext cx="1975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6" name="Google Shape;1076;p25"/>
          <p:cNvSpPr txBox="1"/>
          <p:nvPr>
            <p:ph idx="2" type="subTitle"/>
          </p:nvPr>
        </p:nvSpPr>
        <p:spPr>
          <a:xfrm>
            <a:off x="3584400" y="2093303"/>
            <a:ext cx="1975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7" name="Google Shape;1077;p25"/>
          <p:cNvSpPr txBox="1"/>
          <p:nvPr>
            <p:ph idx="3" type="subTitle"/>
          </p:nvPr>
        </p:nvSpPr>
        <p:spPr>
          <a:xfrm>
            <a:off x="1114552" y="3523528"/>
            <a:ext cx="1975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8" name="Google Shape;1078;p25"/>
          <p:cNvSpPr txBox="1"/>
          <p:nvPr>
            <p:ph idx="4" type="subTitle"/>
          </p:nvPr>
        </p:nvSpPr>
        <p:spPr>
          <a:xfrm>
            <a:off x="3584400" y="3523528"/>
            <a:ext cx="1975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9" name="Google Shape;1079;p25"/>
          <p:cNvSpPr txBox="1"/>
          <p:nvPr>
            <p:ph idx="5" type="subTitle"/>
          </p:nvPr>
        </p:nvSpPr>
        <p:spPr>
          <a:xfrm>
            <a:off x="6054248" y="2093303"/>
            <a:ext cx="1975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0" name="Google Shape;1080;p25"/>
          <p:cNvSpPr txBox="1"/>
          <p:nvPr>
            <p:ph idx="6" type="subTitle"/>
          </p:nvPr>
        </p:nvSpPr>
        <p:spPr>
          <a:xfrm>
            <a:off x="6054248" y="3523528"/>
            <a:ext cx="1975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1" name="Google Shape;1081;p25"/>
          <p:cNvSpPr txBox="1"/>
          <p:nvPr>
            <p:ph idx="7" type="subTitle"/>
          </p:nvPr>
        </p:nvSpPr>
        <p:spPr>
          <a:xfrm>
            <a:off x="1113052" y="165677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82" name="Google Shape;1082;p25"/>
          <p:cNvSpPr txBox="1"/>
          <p:nvPr>
            <p:ph idx="8" type="subTitle"/>
          </p:nvPr>
        </p:nvSpPr>
        <p:spPr>
          <a:xfrm>
            <a:off x="3582900" y="165677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83" name="Google Shape;1083;p25"/>
          <p:cNvSpPr txBox="1"/>
          <p:nvPr>
            <p:ph idx="9" type="subTitle"/>
          </p:nvPr>
        </p:nvSpPr>
        <p:spPr>
          <a:xfrm>
            <a:off x="6052748" y="165677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84" name="Google Shape;1084;p25"/>
          <p:cNvSpPr txBox="1"/>
          <p:nvPr>
            <p:ph idx="13" type="subTitle"/>
          </p:nvPr>
        </p:nvSpPr>
        <p:spPr>
          <a:xfrm>
            <a:off x="1113052" y="308680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85" name="Google Shape;1085;p25"/>
          <p:cNvSpPr txBox="1"/>
          <p:nvPr>
            <p:ph idx="14" type="subTitle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86" name="Google Shape;1086;p25"/>
          <p:cNvSpPr txBox="1"/>
          <p:nvPr>
            <p:ph idx="15" type="subTitle"/>
          </p:nvPr>
        </p:nvSpPr>
        <p:spPr>
          <a:xfrm>
            <a:off x="6052748" y="308680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1087" name="Google Shape;1087;p25"/>
          <p:cNvGrpSpPr/>
          <p:nvPr/>
        </p:nvGrpSpPr>
        <p:grpSpPr>
          <a:xfrm>
            <a:off x="-443787" y="-659150"/>
            <a:ext cx="10068650" cy="5765108"/>
            <a:chOff x="-443787" y="-659150"/>
            <a:chExt cx="10068650" cy="5765108"/>
          </a:xfrm>
        </p:grpSpPr>
        <p:grpSp>
          <p:nvGrpSpPr>
            <p:cNvPr id="1088" name="Google Shape;1088;p25"/>
            <p:cNvGrpSpPr/>
            <p:nvPr/>
          </p:nvGrpSpPr>
          <p:grpSpPr>
            <a:xfrm>
              <a:off x="7789000" y="-659150"/>
              <a:ext cx="1835863" cy="2141449"/>
              <a:chOff x="8352175" y="-274150"/>
              <a:chExt cx="1835863" cy="2141449"/>
            </a:xfrm>
          </p:grpSpPr>
          <p:grpSp>
            <p:nvGrpSpPr>
              <p:cNvPr id="1089" name="Google Shape;1089;p2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090" name="Google Shape;1090;p2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91" name="Google Shape;1091;p2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92" name="Google Shape;1092;p2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93" name="Google Shape;1093;p25"/>
              <p:cNvSpPr/>
              <p:nvPr/>
            </p:nvSpPr>
            <p:spPr>
              <a:xfrm>
                <a:off x="9315001" y="1471299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25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095" name="Google Shape;1095;p25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096" name="Google Shape;1096;p25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097" name="Google Shape;1097;p25"/>
                  <p:cNvCxnSpPr>
                    <a:stCxn id="109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098" name="Google Shape;1098;p25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099" name="Google Shape;1099;p25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00" name="Google Shape;1100;p25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101" name="Google Shape;1101;p25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02" name="Google Shape;1102;p25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03" name="Google Shape;1103;p25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04" name="Google Shape;1104;p25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06" name="Google Shape;1106;p25"/>
            <p:cNvGrpSpPr/>
            <p:nvPr/>
          </p:nvGrpSpPr>
          <p:grpSpPr>
            <a:xfrm>
              <a:off x="-443787" y="3459425"/>
              <a:ext cx="1835863" cy="1646533"/>
              <a:chOff x="8352175" y="-274150"/>
              <a:chExt cx="1835863" cy="1646533"/>
            </a:xfrm>
          </p:grpSpPr>
          <p:grpSp>
            <p:nvGrpSpPr>
              <p:cNvPr id="1107" name="Google Shape;1107;p2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108" name="Google Shape;1108;p2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09" name="Google Shape;1109;p2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10" name="Google Shape;1110;p2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11" name="Google Shape;1111;p25"/>
              <p:cNvSpPr/>
              <p:nvPr/>
            </p:nvSpPr>
            <p:spPr>
              <a:xfrm>
                <a:off x="8914613" y="109999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113" name="Google Shape;1113;p25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114" name="Google Shape;1114;p25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115" name="Google Shape;1115;p25"/>
                  <p:cNvCxnSpPr>
                    <a:stCxn id="1108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16" name="Google Shape;1116;p25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117" name="Google Shape;1117;p25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18" name="Google Shape;1118;p25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119" name="Google Shape;1119;p25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20" name="Google Shape;1120;p25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21" name="Google Shape;1121;p25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22" name="Google Shape;1122;p25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8914602" y="11062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25"/>
            <p:cNvGrpSpPr/>
            <p:nvPr/>
          </p:nvGrpSpPr>
          <p:grpSpPr>
            <a:xfrm flipH="1" rot="10800000">
              <a:off x="7697063" y="3660795"/>
              <a:ext cx="1330262" cy="1376576"/>
              <a:chOff x="6351988" y="-321084"/>
              <a:chExt cx="1330262" cy="1376576"/>
            </a:xfrm>
          </p:grpSpPr>
          <p:grpSp>
            <p:nvGrpSpPr>
              <p:cNvPr id="1125" name="Google Shape;1125;p25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1126" name="Google Shape;1126;p2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27" name="Google Shape;1127;p2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28" name="Google Shape;1128;p2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129" name="Google Shape;1129;p25"/>
              <p:cNvGrpSpPr/>
              <p:nvPr/>
            </p:nvGrpSpPr>
            <p:grpSpPr>
              <a:xfrm flipH="1" rot="10800000">
                <a:off x="6351988" y="-321066"/>
                <a:ext cx="1226026" cy="1376558"/>
                <a:chOff x="7161201" y="-272922"/>
                <a:chExt cx="1226026" cy="1376558"/>
              </a:xfrm>
            </p:grpSpPr>
            <p:sp>
              <p:nvSpPr>
                <p:cNvPr id="1130" name="Google Shape;1130;p25"/>
                <p:cNvSpPr/>
                <p:nvPr/>
              </p:nvSpPr>
              <p:spPr>
                <a:xfrm>
                  <a:off x="7161201" y="707636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31" name="Google Shape;1131;p25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8080027" y="-272922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6"/>
          <p:cNvSpPr txBox="1"/>
          <p:nvPr>
            <p:ph hasCustomPrompt="1" type="title"/>
          </p:nvPr>
        </p:nvSpPr>
        <p:spPr>
          <a:xfrm>
            <a:off x="4324375" y="539496"/>
            <a:ext cx="4106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5" name="Google Shape;1135;p26"/>
          <p:cNvSpPr txBox="1"/>
          <p:nvPr>
            <p:ph idx="1" type="subTitle"/>
          </p:nvPr>
        </p:nvSpPr>
        <p:spPr>
          <a:xfrm>
            <a:off x="4324375" y="1238367"/>
            <a:ext cx="41064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6" name="Google Shape;1136;p26"/>
          <p:cNvSpPr txBox="1"/>
          <p:nvPr>
            <p:ph hasCustomPrompt="1" idx="2" type="title"/>
          </p:nvPr>
        </p:nvSpPr>
        <p:spPr>
          <a:xfrm>
            <a:off x="4324375" y="2030345"/>
            <a:ext cx="4106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7" name="Google Shape;1137;p26"/>
          <p:cNvSpPr txBox="1"/>
          <p:nvPr>
            <p:ph idx="3" type="subTitle"/>
          </p:nvPr>
        </p:nvSpPr>
        <p:spPr>
          <a:xfrm>
            <a:off x="4324375" y="2729221"/>
            <a:ext cx="41064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8" name="Google Shape;1138;p26"/>
          <p:cNvSpPr txBox="1"/>
          <p:nvPr>
            <p:ph hasCustomPrompt="1" idx="4" type="title"/>
          </p:nvPr>
        </p:nvSpPr>
        <p:spPr>
          <a:xfrm>
            <a:off x="4324375" y="3521195"/>
            <a:ext cx="4106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9" name="Google Shape;1139;p26"/>
          <p:cNvSpPr txBox="1"/>
          <p:nvPr>
            <p:ph idx="5" type="subTitle"/>
          </p:nvPr>
        </p:nvSpPr>
        <p:spPr>
          <a:xfrm>
            <a:off x="4324375" y="4220074"/>
            <a:ext cx="41064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0" name="Google Shape;1140;p26"/>
          <p:cNvSpPr/>
          <p:nvPr>
            <p:ph idx="6" type="pic"/>
          </p:nvPr>
        </p:nvSpPr>
        <p:spPr>
          <a:xfrm>
            <a:off x="713225" y="539500"/>
            <a:ext cx="3543300" cy="406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141" name="Google Shape;1141;p26"/>
          <p:cNvGrpSpPr/>
          <p:nvPr/>
        </p:nvGrpSpPr>
        <p:grpSpPr>
          <a:xfrm>
            <a:off x="-428399" y="-323596"/>
            <a:ext cx="10226767" cy="5755428"/>
            <a:chOff x="-428399" y="-323596"/>
            <a:chExt cx="10226767" cy="5755428"/>
          </a:xfrm>
        </p:grpSpPr>
        <p:grpSp>
          <p:nvGrpSpPr>
            <p:cNvPr id="1142" name="Google Shape;1142;p26"/>
            <p:cNvGrpSpPr/>
            <p:nvPr/>
          </p:nvGrpSpPr>
          <p:grpSpPr>
            <a:xfrm>
              <a:off x="7517427" y="-323596"/>
              <a:ext cx="2280941" cy="1580637"/>
              <a:chOff x="7421427" y="-193296"/>
              <a:chExt cx="2280941" cy="1580637"/>
            </a:xfrm>
          </p:grpSpPr>
          <p:grpSp>
            <p:nvGrpSpPr>
              <p:cNvPr id="1143" name="Google Shape;1143;p26"/>
              <p:cNvGrpSpPr/>
              <p:nvPr/>
            </p:nvGrpSpPr>
            <p:grpSpPr>
              <a:xfrm>
                <a:off x="8440709" y="-193296"/>
                <a:ext cx="1261659" cy="1580637"/>
                <a:chOff x="436759" y="-723871"/>
                <a:chExt cx="1261659" cy="1580637"/>
              </a:xfrm>
            </p:grpSpPr>
            <p:grpSp>
              <p:nvGrpSpPr>
                <p:cNvPr id="1144" name="Google Shape;1144;p26"/>
                <p:cNvGrpSpPr/>
                <p:nvPr/>
              </p:nvGrpSpPr>
              <p:grpSpPr>
                <a:xfrm>
                  <a:off x="436759" y="-723871"/>
                  <a:ext cx="1245819" cy="1079037"/>
                  <a:chOff x="8022925" y="186250"/>
                  <a:chExt cx="815700" cy="706500"/>
                </a:xfrm>
              </p:grpSpPr>
              <p:sp>
                <p:nvSpPr>
                  <p:cNvPr id="1145" name="Google Shape;1145;p26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46" name="Google Shape;1146;p26"/>
                  <p:cNvSpPr/>
                  <p:nvPr/>
                </p:nvSpPr>
                <p:spPr>
                  <a:xfrm>
                    <a:off x="8066182" y="223764"/>
                    <a:ext cx="729300" cy="631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47" name="Google Shape;1147;p26"/>
                  <p:cNvSpPr/>
                  <p:nvPr/>
                </p:nvSpPr>
                <p:spPr>
                  <a:xfrm>
                    <a:off x="8245500" y="379072"/>
                    <a:ext cx="370500" cy="321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48" name="Google Shape;1148;p26"/>
                <p:cNvCxnSpPr>
                  <a:stCxn id="1145" idx="1"/>
                </p:cNvCxnSpPr>
                <p:nvPr/>
              </p:nvCxnSpPr>
              <p:spPr>
                <a:xfrm>
                  <a:off x="1412818" y="355166"/>
                  <a:ext cx="285600" cy="501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9" name="Google Shape;1149;p26"/>
                <p:cNvSpPr/>
                <p:nvPr/>
              </p:nvSpPr>
              <p:spPr>
                <a:xfrm>
                  <a:off x="584577" y="47292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150" name="Google Shape;1150;p26"/>
              <p:cNvCxnSpPr>
                <a:stCxn id="1145" idx="3"/>
                <a:endCxn id="1151" idx="0"/>
              </p:cNvCxnSpPr>
              <p:nvPr/>
            </p:nvCxnSpPr>
            <p:spPr>
              <a:xfrm rot="10800000">
                <a:off x="7728509" y="346223"/>
                <a:ext cx="712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1" name="Google Shape;1151;p26"/>
              <p:cNvSpPr/>
              <p:nvPr/>
            </p:nvSpPr>
            <p:spPr>
              <a:xfrm>
                <a:off x="7421427" y="2131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52" name="Google Shape;1152;p26"/>
            <p:cNvGrpSpPr/>
            <p:nvPr/>
          </p:nvGrpSpPr>
          <p:grpSpPr>
            <a:xfrm flipH="1">
              <a:off x="7641663" y="3785300"/>
              <a:ext cx="1835863" cy="1646533"/>
              <a:chOff x="8352175" y="-274150"/>
              <a:chExt cx="1835863" cy="1646533"/>
            </a:xfrm>
          </p:grpSpPr>
          <p:grpSp>
            <p:nvGrpSpPr>
              <p:cNvPr id="1153" name="Google Shape;1153;p26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154" name="Google Shape;1154;p2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55" name="Google Shape;1155;p26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56" name="Google Shape;1156;p2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57" name="Google Shape;1157;p26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159" name="Google Shape;1159;p26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160" name="Google Shape;1160;p26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161" name="Google Shape;1161;p26"/>
                  <p:cNvCxnSpPr>
                    <a:stCxn id="115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62" name="Google Shape;1162;p26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163" name="Google Shape;1163;p26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64" name="Google Shape;1164;p26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165" name="Google Shape;1165;p26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66" name="Google Shape;1166;p26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67" name="Google Shape;1167;p26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68" name="Google Shape;1168;p26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70" name="Google Shape;1170;p26"/>
            <p:cNvGrpSpPr/>
            <p:nvPr/>
          </p:nvGrpSpPr>
          <p:grpSpPr>
            <a:xfrm flipH="1" rot="10800000">
              <a:off x="-428399" y="66250"/>
              <a:ext cx="1141616" cy="1740595"/>
              <a:chOff x="-377824" y="3323825"/>
              <a:chExt cx="1141616" cy="1740595"/>
            </a:xfrm>
          </p:grpSpPr>
          <p:grpSp>
            <p:nvGrpSpPr>
              <p:cNvPr id="1171" name="Google Shape;1171;p26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1172" name="Google Shape;1172;p26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1173" name="Google Shape;1173;p26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1174" name="Google Shape;1174;p2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175" name="Google Shape;1175;p26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176" name="Google Shape;1176;p26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177" name="Google Shape;1177;p26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78" name="Google Shape;1178;p26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79" name="Google Shape;1179;p26"/>
                <p:cNvCxnSpPr>
                  <a:stCxn id="1174" idx="1"/>
                  <a:endCxn id="1180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80" name="Google Shape;1180;p26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82" name="Google Shape;1182;p26"/>
              <p:cNvSpPr/>
              <p:nvPr/>
            </p:nvSpPr>
            <p:spPr>
              <a:xfrm>
                <a:off x="-90850" y="3323825"/>
                <a:ext cx="595500" cy="5157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" name="Google Shape;1183;p26"/>
              <p:cNvSpPr/>
              <p:nvPr/>
            </p:nvSpPr>
            <p:spPr>
              <a:xfrm>
                <a:off x="-6100" y="3397200"/>
                <a:ext cx="426000" cy="369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7"/>
          <p:cNvSpPr txBox="1"/>
          <p:nvPr>
            <p:ph type="title"/>
          </p:nvPr>
        </p:nvSpPr>
        <p:spPr>
          <a:xfrm>
            <a:off x="4571896" y="586862"/>
            <a:ext cx="38589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86" name="Google Shape;1186;p27"/>
          <p:cNvSpPr txBox="1"/>
          <p:nvPr>
            <p:ph idx="1" type="subTitle"/>
          </p:nvPr>
        </p:nvSpPr>
        <p:spPr>
          <a:xfrm>
            <a:off x="4571863" y="1660368"/>
            <a:ext cx="38589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7" name="Google Shape;1187;p27"/>
          <p:cNvSpPr txBox="1"/>
          <p:nvPr/>
        </p:nvSpPr>
        <p:spPr>
          <a:xfrm>
            <a:off x="4571975" y="3444400"/>
            <a:ext cx="38589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and includes icons by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and infographics &amp; images by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b="1" sz="1200" u="sng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188" name="Google Shape;1188;p27"/>
          <p:cNvSpPr/>
          <p:nvPr>
            <p:ph idx="2" type="pic"/>
          </p:nvPr>
        </p:nvSpPr>
        <p:spPr>
          <a:xfrm>
            <a:off x="713225" y="785250"/>
            <a:ext cx="2870400" cy="357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189" name="Google Shape;1189;p27"/>
          <p:cNvGrpSpPr/>
          <p:nvPr/>
        </p:nvGrpSpPr>
        <p:grpSpPr>
          <a:xfrm>
            <a:off x="-44274" y="-300834"/>
            <a:ext cx="9414514" cy="5778751"/>
            <a:chOff x="-44274" y="-300834"/>
            <a:chExt cx="9414514" cy="5778751"/>
          </a:xfrm>
        </p:grpSpPr>
        <p:grpSp>
          <p:nvGrpSpPr>
            <p:cNvPr id="1190" name="Google Shape;1190;p27"/>
            <p:cNvGrpSpPr/>
            <p:nvPr/>
          </p:nvGrpSpPr>
          <p:grpSpPr>
            <a:xfrm>
              <a:off x="-44274" y="4192528"/>
              <a:ext cx="1514976" cy="1058593"/>
              <a:chOff x="6487988" y="-321084"/>
              <a:chExt cx="1514976" cy="1058593"/>
            </a:xfrm>
          </p:grpSpPr>
          <p:grpSp>
            <p:nvGrpSpPr>
              <p:cNvPr id="1191" name="Google Shape;1191;p27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1192" name="Google Shape;1192;p2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93" name="Google Shape;1193;p27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94" name="Google Shape;1194;p27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195" name="Google Shape;1195;p27"/>
              <p:cNvGrpSpPr/>
              <p:nvPr/>
            </p:nvGrpSpPr>
            <p:grpSpPr>
              <a:xfrm flipH="1" rot="10800000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1196" name="Google Shape;1196;p27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97" name="Google Shape;1197;p27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98" name="Google Shape;1198;p27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1199" name="Google Shape;1199;p27"/>
            <p:cNvGrpSpPr/>
            <p:nvPr/>
          </p:nvGrpSpPr>
          <p:grpSpPr>
            <a:xfrm>
              <a:off x="3069250" y="3453925"/>
              <a:ext cx="1835863" cy="1777974"/>
              <a:chOff x="8352175" y="-274150"/>
              <a:chExt cx="1835863" cy="1777974"/>
            </a:xfrm>
          </p:grpSpPr>
          <p:grpSp>
            <p:nvGrpSpPr>
              <p:cNvPr id="1200" name="Google Shape;1200;p27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201" name="Google Shape;1201;p2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02" name="Google Shape;1202;p27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03" name="Google Shape;1203;p27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04" name="Google Shape;1204;p27"/>
              <p:cNvSpPr/>
              <p:nvPr/>
            </p:nvSpPr>
            <p:spPr>
              <a:xfrm>
                <a:off x="8942351" y="11078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5" name="Google Shape;1205;p27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06" name="Google Shape;1206;p27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207" name="Google Shape;1207;p27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208" name="Google Shape;1208;p27"/>
                  <p:cNvCxnSpPr>
                    <a:stCxn id="1201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209" name="Google Shape;1209;p27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210" name="Google Shape;1210;p27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211" name="Google Shape;1211;p27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212" name="Google Shape;1212;p27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213" name="Google Shape;1213;p27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14" name="Google Shape;1214;p27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15" name="Google Shape;1215;p27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9315002" y="1749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17" name="Google Shape;1217;p27"/>
            <p:cNvGrpSpPr/>
            <p:nvPr/>
          </p:nvGrpSpPr>
          <p:grpSpPr>
            <a:xfrm>
              <a:off x="7623713" y="-300834"/>
              <a:ext cx="1397189" cy="1390907"/>
              <a:chOff x="3829838" y="1482116"/>
              <a:chExt cx="1397189" cy="1390907"/>
            </a:xfrm>
          </p:grpSpPr>
          <p:grpSp>
            <p:nvGrpSpPr>
              <p:cNvPr id="1218" name="Google Shape;1218;p27"/>
              <p:cNvGrpSpPr/>
              <p:nvPr/>
            </p:nvGrpSpPr>
            <p:grpSpPr>
              <a:xfrm>
                <a:off x="3829838" y="1482116"/>
                <a:ext cx="1397189" cy="756167"/>
                <a:chOff x="3829838" y="1482116"/>
                <a:chExt cx="1397189" cy="756167"/>
              </a:xfrm>
            </p:grpSpPr>
            <p:grpSp>
              <p:nvGrpSpPr>
                <p:cNvPr id="1219" name="Google Shape;1219;p27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1220" name="Google Shape;1220;p2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221" name="Google Shape;1221;p27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222" name="Google Shape;1222;p27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223" name="Google Shape;1223;p27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24" name="Google Shape;1224;p27"/>
                <p:cNvSpPr/>
                <p:nvPr/>
              </p:nvSpPr>
              <p:spPr>
                <a:xfrm>
                  <a:off x="3829838" y="21264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225" name="Google Shape;1225;p27"/>
              <p:cNvCxnSpPr>
                <a:stCxn id="1220" idx="1"/>
                <a:endCxn id="1226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6" name="Google Shape;1226;p27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7" name="Google Shape;1227;p27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28" name="Google Shape;1228;p27"/>
            <p:cNvGrpSpPr/>
            <p:nvPr/>
          </p:nvGrpSpPr>
          <p:grpSpPr>
            <a:xfrm rot="5400000">
              <a:off x="67290" y="190575"/>
              <a:ext cx="1128460" cy="989200"/>
              <a:chOff x="2136440" y="1592025"/>
              <a:chExt cx="1128460" cy="989200"/>
            </a:xfrm>
          </p:grpSpPr>
          <p:grpSp>
            <p:nvGrpSpPr>
              <p:cNvPr id="1229" name="Google Shape;1229;p27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230" name="Google Shape;1230;p2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31" name="Google Shape;1231;p27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32" name="Google Shape;1232;p27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3" name="Google Shape;1233;p27"/>
              <p:cNvCxnSpPr>
                <a:stCxn id="1230" idx="3"/>
              </p:cNvCxnSpPr>
              <p:nvPr/>
            </p:nvCxnSpPr>
            <p:spPr>
              <a:xfrm rot="10800000">
                <a:off x="3063300" y="2076954"/>
                <a:ext cx="0" cy="40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4" name="Google Shape;1234;p27"/>
              <p:cNvCxnSpPr>
                <a:stCxn id="1230" idx="1"/>
              </p:cNvCxnSpPr>
              <p:nvPr/>
            </p:nvCxnSpPr>
            <p:spPr>
              <a:xfrm flipH="1" rot="5400000">
                <a:off x="2092183" y="1715002"/>
                <a:ext cx="391800" cy="22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5" name="Google Shape;1235;p27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36" name="Google Shape;1236;p27"/>
            <p:cNvGrpSpPr/>
            <p:nvPr/>
          </p:nvGrpSpPr>
          <p:grpSpPr>
            <a:xfrm>
              <a:off x="8124421" y="4398879"/>
              <a:ext cx="1245819" cy="1079037"/>
              <a:chOff x="8022925" y="186250"/>
              <a:chExt cx="815700" cy="706500"/>
            </a:xfrm>
          </p:grpSpPr>
          <p:sp>
            <p:nvSpPr>
              <p:cNvPr id="1237" name="Google Shape;1237;p27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" name="Google Shape;1238;p27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9" name="Google Shape;1239;p27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1" name="Google Shape;1241;p28"/>
          <p:cNvGrpSpPr/>
          <p:nvPr/>
        </p:nvGrpSpPr>
        <p:grpSpPr>
          <a:xfrm rot="10800000">
            <a:off x="142652" y="2391879"/>
            <a:ext cx="1180258" cy="1390907"/>
            <a:chOff x="4046769" y="1482116"/>
            <a:chExt cx="1180258" cy="1390907"/>
          </a:xfrm>
        </p:grpSpPr>
        <p:grpSp>
          <p:nvGrpSpPr>
            <p:cNvPr id="1242" name="Google Shape;1242;p28"/>
            <p:cNvGrpSpPr/>
            <p:nvPr/>
          </p:nvGrpSpPr>
          <p:grpSpPr>
            <a:xfrm>
              <a:off x="4046769" y="1482116"/>
              <a:ext cx="1180258" cy="756167"/>
              <a:chOff x="4046769" y="1482116"/>
              <a:chExt cx="1180258" cy="756167"/>
            </a:xfrm>
          </p:grpSpPr>
          <p:grpSp>
            <p:nvGrpSpPr>
              <p:cNvPr id="1243" name="Google Shape;1243;p28"/>
              <p:cNvGrpSpPr/>
              <p:nvPr/>
            </p:nvGrpSpPr>
            <p:grpSpPr>
              <a:xfrm>
                <a:off x="4046769" y="1482116"/>
                <a:ext cx="873044" cy="756167"/>
                <a:chOff x="8022925" y="186250"/>
                <a:chExt cx="815700" cy="706500"/>
              </a:xfrm>
            </p:grpSpPr>
            <p:sp>
              <p:nvSpPr>
                <p:cNvPr id="1244" name="Google Shape;1244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45" name="Google Shape;1245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46" name="Google Shape;1246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47" name="Google Shape;1247;p28"/>
              <p:cNvSpPr/>
              <p:nvPr/>
            </p:nvSpPr>
            <p:spPr>
              <a:xfrm>
                <a:off x="4919827" y="19535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8" name="Google Shape;1248;p28"/>
              <p:cNvSpPr/>
              <p:nvPr/>
            </p:nvSpPr>
            <p:spPr>
              <a:xfrm>
                <a:off x="5012263" y="17613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249" name="Google Shape;1249;p28"/>
            <p:cNvCxnSpPr>
              <a:stCxn id="1244" idx="1"/>
              <a:endCxn id="1250" idx="0"/>
            </p:cNvCxnSpPr>
            <p:nvPr/>
          </p:nvCxnSpPr>
          <p:spPr>
            <a:xfrm>
              <a:off x="4730771" y="2238282"/>
              <a:ext cx="172800" cy="13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0" name="Google Shape;1250;p28"/>
            <p:cNvSpPr/>
            <p:nvPr/>
          </p:nvSpPr>
          <p:spPr>
            <a:xfrm rot="-5400000">
              <a:off x="4653574" y="2406673"/>
              <a:ext cx="499800" cy="4329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51" name="Google Shape;1251;p28"/>
            <p:cNvSpPr/>
            <p:nvPr/>
          </p:nvSpPr>
          <p:spPr>
            <a:xfrm rot="-5400000">
              <a:off x="4704500" y="2450622"/>
              <a:ext cx="398100" cy="3450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52" name="Google Shape;1252;p28"/>
          <p:cNvGrpSpPr/>
          <p:nvPr/>
        </p:nvGrpSpPr>
        <p:grpSpPr>
          <a:xfrm>
            <a:off x="316436" y="-1052575"/>
            <a:ext cx="8677029" cy="6098323"/>
            <a:chOff x="316436" y="-1052575"/>
            <a:chExt cx="8677029" cy="6098323"/>
          </a:xfrm>
        </p:grpSpPr>
        <p:grpSp>
          <p:nvGrpSpPr>
            <p:cNvPr id="1253" name="Google Shape;1253;p28"/>
            <p:cNvGrpSpPr/>
            <p:nvPr/>
          </p:nvGrpSpPr>
          <p:grpSpPr>
            <a:xfrm rot="10800000">
              <a:off x="5237734" y="-1052575"/>
              <a:ext cx="3417803" cy="2444748"/>
              <a:chOff x="5222059" y="1707050"/>
              <a:chExt cx="3417803" cy="2444748"/>
            </a:xfrm>
          </p:grpSpPr>
          <p:grpSp>
            <p:nvGrpSpPr>
              <p:cNvPr id="1254" name="Google Shape;1254;p28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55" name="Google Shape;1255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56" name="Google Shape;1256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57" name="Google Shape;1257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58" name="Google Shape;1258;p28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1259" name="Google Shape;1259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0" name="Google Shape;1260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61" name="Google Shape;1261;p28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1262" name="Google Shape;1262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3" name="Google Shape;1263;p2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64" name="Google Shape;1264;p28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65" name="Google Shape;1265;p28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1266" name="Google Shape;1266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7" name="Google Shape;1267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8" name="Google Shape;1268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69" name="Google Shape;1269;p28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0" name="Google Shape;1270;p28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1" name="Google Shape;1271;p28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72" name="Google Shape;1272;p28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1273" name="Google Shape;1273;p28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1274" name="Google Shape;1274;p28"/>
                  <p:cNvCxnSpPr>
                    <a:stCxn id="1266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275" name="Google Shape;1275;p28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1276" name="Google Shape;1276;p2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277" name="Google Shape;1277;p28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278" name="Google Shape;1278;p28"/>
                    <p:cNvCxnSpPr>
                      <a:stCxn id="1259" idx="5"/>
                    </p:cNvCxnSpPr>
                    <p:nvPr/>
                  </p:nvCxnSpPr>
                  <p:spPr>
                    <a:xfrm flipH="1" rot="10800000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279" name="Google Shape;1279;p2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280" name="Google Shape;1280;p28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81" name="Google Shape;1281;p2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82" name="Google Shape;1282;p28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83" name="Google Shape;1283;p28"/>
            <p:cNvGrpSpPr/>
            <p:nvPr/>
          </p:nvGrpSpPr>
          <p:grpSpPr>
            <a:xfrm rot="10800000">
              <a:off x="316436" y="3465111"/>
              <a:ext cx="1271591" cy="1580637"/>
              <a:chOff x="426827" y="-723871"/>
              <a:chExt cx="1271591" cy="1580637"/>
            </a:xfrm>
          </p:grpSpPr>
          <p:grpSp>
            <p:nvGrpSpPr>
              <p:cNvPr id="1284" name="Google Shape;1284;p28"/>
              <p:cNvGrpSpPr/>
              <p:nvPr/>
            </p:nvGrpSpPr>
            <p:grpSpPr>
              <a:xfrm>
                <a:off x="43675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85" name="Google Shape;1285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86" name="Google Shape;1286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87" name="Google Shape;1287;p28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288" name="Google Shape;1288;p28"/>
              <p:cNvCxnSpPr>
                <a:stCxn id="1285" idx="1"/>
              </p:cNvCxnSpPr>
              <p:nvPr/>
            </p:nvCxnSpPr>
            <p:spPr>
              <a:xfrm>
                <a:off x="141281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9" name="Google Shape;1289;p28"/>
              <p:cNvSpPr/>
              <p:nvPr/>
            </p:nvSpPr>
            <p:spPr>
              <a:xfrm>
                <a:off x="426827" y="472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90" name="Google Shape;1290;p28"/>
            <p:cNvGrpSpPr/>
            <p:nvPr/>
          </p:nvGrpSpPr>
          <p:grpSpPr>
            <a:xfrm>
              <a:off x="7478488" y="3918741"/>
              <a:ext cx="1514976" cy="1058593"/>
              <a:chOff x="6487988" y="-321084"/>
              <a:chExt cx="1514976" cy="1058593"/>
            </a:xfrm>
          </p:grpSpPr>
          <p:grpSp>
            <p:nvGrpSpPr>
              <p:cNvPr id="1291" name="Google Shape;1291;p28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1292" name="Google Shape;1292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3" name="Google Shape;1293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4" name="Google Shape;1294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95" name="Google Shape;1295;p28"/>
              <p:cNvGrpSpPr/>
              <p:nvPr/>
            </p:nvGrpSpPr>
            <p:grpSpPr>
              <a:xfrm flipH="1" rot="10800000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1296" name="Google Shape;1296;p28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7" name="Google Shape;1297;p28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8" name="Google Shape;1298;p28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" name="Google Shape;1300;p29"/>
          <p:cNvGrpSpPr/>
          <p:nvPr/>
        </p:nvGrpSpPr>
        <p:grpSpPr>
          <a:xfrm>
            <a:off x="-743048" y="-759400"/>
            <a:ext cx="10096486" cy="6881698"/>
            <a:chOff x="-743048" y="-759400"/>
            <a:chExt cx="10096486" cy="6881698"/>
          </a:xfrm>
        </p:grpSpPr>
        <p:grpSp>
          <p:nvGrpSpPr>
            <p:cNvPr id="1301" name="Google Shape;1301;p29"/>
            <p:cNvGrpSpPr/>
            <p:nvPr/>
          </p:nvGrpSpPr>
          <p:grpSpPr>
            <a:xfrm>
              <a:off x="1002234" y="3677550"/>
              <a:ext cx="3417803" cy="2444748"/>
              <a:chOff x="5222059" y="1707050"/>
              <a:chExt cx="3417803" cy="2444748"/>
            </a:xfrm>
          </p:grpSpPr>
          <p:grpSp>
            <p:nvGrpSpPr>
              <p:cNvPr id="1302" name="Google Shape;1302;p29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1303" name="Google Shape;130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4" name="Google Shape;1304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5" name="Google Shape;1305;p2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06" name="Google Shape;1306;p29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1307" name="Google Shape;1307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8" name="Google Shape;1308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09" name="Google Shape;1309;p29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1310" name="Google Shape;1310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1" name="Google Shape;1311;p29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12" name="Google Shape;1312;p29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313" name="Google Shape;1313;p29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5" name="Google Shape;1315;p2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6" name="Google Shape;1316;p2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17" name="Google Shape;1317;p29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8" name="Google Shape;1318;p29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9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320" name="Google Shape;1320;p29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1321" name="Google Shape;1321;p29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1322" name="Google Shape;1322;p29"/>
                  <p:cNvCxnSpPr>
                    <a:stCxn id="131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323" name="Google Shape;1323;p29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1324" name="Google Shape;1324;p29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325" name="Google Shape;1325;p29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326" name="Google Shape;1326;p29"/>
                    <p:cNvCxnSpPr>
                      <a:stCxn id="1307" idx="5"/>
                    </p:cNvCxnSpPr>
                    <p:nvPr/>
                  </p:nvCxnSpPr>
                  <p:spPr>
                    <a:xfrm flipH="1" rot="10800000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327" name="Google Shape;1327;p29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328" name="Google Shape;1328;p29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329" name="Google Shape;1329;p29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30" name="Google Shape;1330;p29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1" name="Google Shape;1331;p29"/>
            <p:cNvGrpSpPr/>
            <p:nvPr/>
          </p:nvGrpSpPr>
          <p:grpSpPr>
            <a:xfrm>
              <a:off x="-743048" y="-759400"/>
              <a:ext cx="2975798" cy="2392650"/>
              <a:chOff x="4418377" y="-851325"/>
              <a:chExt cx="2975798" cy="2392650"/>
            </a:xfrm>
          </p:grpSpPr>
          <p:grpSp>
            <p:nvGrpSpPr>
              <p:cNvPr id="1332" name="Google Shape;1332;p29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333" name="Google Shape;133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4" name="Google Shape;1334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5" name="Google Shape;1335;p29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36" name="Google Shape;1336;p29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337" name="Google Shape;1337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8" name="Google Shape;1338;p29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39" name="Google Shape;1339;p29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340" name="Google Shape;1340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41" name="Google Shape;1341;p29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42" name="Google Shape;1342;p29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1343" name="Google Shape;134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44" name="Google Shape;1344;p29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45" name="Google Shape;1345;p29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6" name="Google Shape;1346;p29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7" name="Google Shape;1347;p29"/>
              <p:cNvCxnSpPr>
                <a:stCxn id="1333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" name="Google Shape;1348;p29"/>
              <p:cNvCxnSpPr>
                <a:stCxn id="1343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" name="Google Shape;1349;p29"/>
              <p:cNvCxnSpPr>
                <a:stCxn id="1340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0" name="Google Shape;1350;p29"/>
              <p:cNvCxnSpPr>
                <a:stCxn id="1337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1" name="Google Shape;1351;p29"/>
              <p:cNvCxnSpPr>
                <a:stCxn id="1343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2" name="Google Shape;1352;p29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3" name="Google Shape;1353;p29"/>
              <p:cNvCxnSpPr>
                <a:stCxn id="1337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4" name="Google Shape;1354;p29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" name="Google Shape;1355;p29"/>
              <p:cNvSpPr/>
              <p:nvPr/>
            </p:nvSpPr>
            <p:spPr>
              <a:xfrm>
                <a:off x="4418377" y="472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56" name="Google Shape;1356;p29"/>
            <p:cNvGrpSpPr/>
            <p:nvPr/>
          </p:nvGrpSpPr>
          <p:grpSpPr>
            <a:xfrm>
              <a:off x="7508103" y="-733512"/>
              <a:ext cx="1845335" cy="2340875"/>
              <a:chOff x="7508103" y="-180450"/>
              <a:chExt cx="1845335" cy="2340875"/>
            </a:xfrm>
          </p:grpSpPr>
          <p:grpSp>
            <p:nvGrpSpPr>
              <p:cNvPr id="1357" name="Google Shape;1357;p29"/>
              <p:cNvGrpSpPr/>
              <p:nvPr/>
            </p:nvGrpSpPr>
            <p:grpSpPr>
              <a:xfrm>
                <a:off x="8109628" y="-180450"/>
                <a:ext cx="1128460" cy="989200"/>
                <a:chOff x="2136440" y="1592025"/>
                <a:chExt cx="1128460" cy="989200"/>
              </a:xfrm>
            </p:grpSpPr>
            <p:grpSp>
              <p:nvGrpSpPr>
                <p:cNvPr id="1358" name="Google Shape;1358;p29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359" name="Google Shape;1359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60" name="Google Shape;1360;p29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361" name="Google Shape;1361;p29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1362" name="Google Shape;1362;p29"/>
                <p:cNvCxnSpPr>
                  <a:stCxn id="1359" idx="3"/>
                </p:cNvCxnSpPr>
                <p:nvPr/>
              </p:nvCxnSpPr>
              <p:spPr>
                <a:xfrm>
                  <a:off x="2861700" y="2278554"/>
                  <a:ext cx="403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63" name="Google Shape;1363;p29"/>
                <p:cNvCxnSpPr>
                  <a:stCxn id="1359" idx="1"/>
                </p:cNvCxnSpPr>
                <p:nvPr/>
              </p:nvCxnSpPr>
              <p:spPr>
                <a:xfrm rot="10800000">
                  <a:off x="2174983" y="1632202"/>
                  <a:ext cx="226200" cy="391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364" name="Google Shape;1364;p29"/>
                <p:cNvSpPr/>
                <p:nvPr/>
              </p:nvSpPr>
              <p:spPr>
                <a:xfrm rot="10800000">
                  <a:off x="2136440" y="15920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65" name="Google Shape;1365;p29"/>
              <p:cNvGrpSpPr/>
              <p:nvPr/>
            </p:nvGrpSpPr>
            <p:grpSpPr>
              <a:xfrm>
                <a:off x="7508103" y="808752"/>
                <a:ext cx="1845335" cy="1351673"/>
                <a:chOff x="1557290" y="2633002"/>
                <a:chExt cx="1845335" cy="1351673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 rot="10800000">
                  <a:off x="1673693" y="2677134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369" name="Google Shape;1369;p29"/>
                <p:cNvGrpSpPr/>
                <p:nvPr/>
              </p:nvGrpSpPr>
              <p:grpSpPr>
                <a:xfrm rot="10800000">
                  <a:off x="2814832" y="2633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372" name="Google Shape;1372;p29"/>
                <p:cNvCxnSpPr>
                  <a:stCxn id="1370" idx="0"/>
                </p:cNvCxnSpPr>
                <p:nvPr/>
              </p:nvCxnSpPr>
              <p:spPr>
                <a:xfrm rot="10800000">
                  <a:off x="2660332" y="2887554"/>
                  <a:ext cx="154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73" name="Google Shape;1373;p29"/>
                <p:cNvCxnSpPr>
                  <a:stCxn id="1367" idx="3"/>
                </p:cNvCxnSpPr>
                <p:nvPr/>
              </p:nvCxnSpPr>
              <p:spPr>
                <a:xfrm flipH="1" rot="10800000">
                  <a:off x="2591192" y="2886970"/>
                  <a:ext cx="73200" cy="187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74" name="Google Shape;1374;p29"/>
                <p:cNvCxnSpPr>
                  <a:stCxn id="1367" idx="5"/>
                </p:cNvCxnSpPr>
                <p:nvPr/>
              </p:nvCxnSpPr>
              <p:spPr>
                <a:xfrm flipH="1">
                  <a:off x="1596661" y="3471805"/>
                  <a:ext cx="275700" cy="477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375" name="Google Shape;1375;p29"/>
                <p:cNvSpPr/>
                <p:nvPr/>
              </p:nvSpPr>
              <p:spPr>
                <a:xfrm rot="10800000">
                  <a:off x="1557290" y="39060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30"/>
          <p:cNvSpPr txBox="1"/>
          <p:nvPr>
            <p:ph type="ctrTitle"/>
          </p:nvPr>
        </p:nvSpPr>
        <p:spPr>
          <a:xfrm>
            <a:off x="680300" y="1067525"/>
            <a:ext cx="4221600" cy="16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C29D0"/>
                </a:solidFill>
              </a:rPr>
              <a:t>Olist </a:t>
            </a:r>
            <a:endParaRPr sz="4000">
              <a:solidFill>
                <a:srgbClr val="0C29D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Data Analizi</a:t>
            </a:r>
            <a:endParaRPr sz="4000"/>
          </a:p>
        </p:txBody>
      </p:sp>
      <p:sp>
        <p:nvSpPr>
          <p:cNvPr id="1381" name="Google Shape;1381;p30"/>
          <p:cNvSpPr txBox="1"/>
          <p:nvPr>
            <p:ph idx="1" type="subTitle"/>
          </p:nvPr>
        </p:nvSpPr>
        <p:spPr>
          <a:xfrm>
            <a:off x="773813" y="3410252"/>
            <a:ext cx="42216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</a:rPr>
              <a:t>Burak Gökçe</a:t>
            </a:r>
            <a:endParaRPr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</a:rPr>
              <a:t>Buse Hancı Akdoğan</a:t>
            </a:r>
            <a:endParaRPr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</a:rPr>
              <a:t>Temmuz 2026</a:t>
            </a:r>
            <a:endParaRPr sz="1200">
              <a:solidFill>
                <a:srgbClr val="555555"/>
              </a:solidFill>
            </a:endParaRPr>
          </a:p>
        </p:txBody>
      </p:sp>
      <p:cxnSp>
        <p:nvCxnSpPr>
          <p:cNvPr id="1382" name="Google Shape;1382;p30"/>
          <p:cNvCxnSpPr>
            <a:stCxn id="1383" idx="5"/>
          </p:cNvCxnSpPr>
          <p:nvPr/>
        </p:nvCxnSpPr>
        <p:spPr>
          <a:xfrm flipH="1">
            <a:off x="-582564" y="5331355"/>
            <a:ext cx="275700" cy="4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84" name="Google Shape;1384;p30" title="Logo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4100" y="2632250"/>
            <a:ext cx="2848125" cy="222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 Analiz Evreleri</a:t>
            </a:r>
            <a:endParaRPr/>
          </a:p>
        </p:txBody>
      </p:sp>
      <p:cxnSp>
        <p:nvCxnSpPr>
          <p:cNvPr id="1390" name="Google Shape;1390;p31"/>
          <p:cNvCxnSpPr>
            <a:stCxn id="1391" idx="0"/>
            <a:endCxn id="1392" idx="3"/>
          </p:cNvCxnSpPr>
          <p:nvPr/>
        </p:nvCxnSpPr>
        <p:spPr>
          <a:xfrm>
            <a:off x="2344567" y="1972844"/>
            <a:ext cx="115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393" name="Google Shape;1393;p31"/>
          <p:cNvCxnSpPr>
            <a:stCxn id="1392" idx="0"/>
            <a:endCxn id="1394" idx="3"/>
          </p:cNvCxnSpPr>
          <p:nvPr/>
        </p:nvCxnSpPr>
        <p:spPr>
          <a:xfrm>
            <a:off x="4085779" y="1972844"/>
            <a:ext cx="116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1391" name="Google Shape;1391;p31"/>
          <p:cNvSpPr/>
          <p:nvPr/>
        </p:nvSpPr>
        <p:spPr>
          <a:xfrm>
            <a:off x="1763167" y="1720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2" name="Google Shape;1392;p31"/>
          <p:cNvSpPr/>
          <p:nvPr/>
        </p:nvSpPr>
        <p:spPr>
          <a:xfrm>
            <a:off x="3504379" y="1720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4" name="Google Shape;1394;p31"/>
          <p:cNvSpPr/>
          <p:nvPr/>
        </p:nvSpPr>
        <p:spPr>
          <a:xfrm>
            <a:off x="5251792" y="1720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5" name="Google Shape;1395;p31"/>
          <p:cNvSpPr/>
          <p:nvPr/>
        </p:nvSpPr>
        <p:spPr>
          <a:xfrm>
            <a:off x="1932071" y="1825774"/>
            <a:ext cx="224928" cy="349131"/>
          </a:xfrm>
          <a:custGeom>
            <a:rect b="b" l="l" r="r" t="t"/>
            <a:pathLst>
              <a:path extrusionOk="0" h="10960" w="7061">
                <a:moveTo>
                  <a:pt x="3906" y="5316"/>
                </a:moveTo>
                <a:cubicBezTo>
                  <a:pt x="4072" y="5316"/>
                  <a:pt x="4191" y="5447"/>
                  <a:pt x="4191" y="5602"/>
                </a:cubicBezTo>
                <a:cubicBezTo>
                  <a:pt x="4191" y="5757"/>
                  <a:pt x="4060" y="5876"/>
                  <a:pt x="3906" y="5876"/>
                </a:cubicBezTo>
                <a:lnTo>
                  <a:pt x="3370" y="5876"/>
                </a:lnTo>
                <a:cubicBezTo>
                  <a:pt x="3215" y="5876"/>
                  <a:pt x="3096" y="5745"/>
                  <a:pt x="3096" y="5602"/>
                </a:cubicBezTo>
                <a:cubicBezTo>
                  <a:pt x="3096" y="5435"/>
                  <a:pt x="3227" y="5316"/>
                  <a:pt x="3370" y="5316"/>
                </a:cubicBezTo>
                <a:close/>
                <a:moveTo>
                  <a:pt x="5370" y="8459"/>
                </a:moveTo>
                <a:cubicBezTo>
                  <a:pt x="5430" y="8471"/>
                  <a:pt x="5489" y="8519"/>
                  <a:pt x="5489" y="8578"/>
                </a:cubicBezTo>
                <a:lnTo>
                  <a:pt x="5489" y="9317"/>
                </a:lnTo>
                <a:cubicBezTo>
                  <a:pt x="5489" y="9376"/>
                  <a:pt x="5430" y="9436"/>
                  <a:pt x="5370" y="9436"/>
                </a:cubicBezTo>
                <a:lnTo>
                  <a:pt x="1929" y="9436"/>
                </a:lnTo>
                <a:cubicBezTo>
                  <a:pt x="1870" y="9436"/>
                  <a:pt x="1810" y="9376"/>
                  <a:pt x="1810" y="9317"/>
                </a:cubicBezTo>
                <a:lnTo>
                  <a:pt x="1810" y="8578"/>
                </a:lnTo>
                <a:cubicBezTo>
                  <a:pt x="1810" y="8519"/>
                  <a:pt x="1870" y="8459"/>
                  <a:pt x="1929" y="8459"/>
                </a:cubicBezTo>
                <a:close/>
                <a:moveTo>
                  <a:pt x="3645" y="0"/>
                </a:moveTo>
                <a:cubicBezTo>
                  <a:pt x="3527" y="0"/>
                  <a:pt x="3411" y="54"/>
                  <a:pt x="3346" y="161"/>
                </a:cubicBezTo>
                <a:lnTo>
                  <a:pt x="191" y="4792"/>
                </a:lnTo>
                <a:cubicBezTo>
                  <a:pt x="0" y="5078"/>
                  <a:pt x="36" y="5447"/>
                  <a:pt x="262" y="5685"/>
                </a:cubicBezTo>
                <a:lnTo>
                  <a:pt x="1762" y="7209"/>
                </a:lnTo>
                <a:cubicBezTo>
                  <a:pt x="1822" y="7269"/>
                  <a:pt x="1858" y="7340"/>
                  <a:pt x="1858" y="7412"/>
                </a:cubicBezTo>
                <a:lnTo>
                  <a:pt x="1858" y="8078"/>
                </a:lnTo>
                <a:cubicBezTo>
                  <a:pt x="1620" y="8114"/>
                  <a:pt x="1429" y="8317"/>
                  <a:pt x="1429" y="8578"/>
                </a:cubicBezTo>
                <a:lnTo>
                  <a:pt x="1429" y="9317"/>
                </a:lnTo>
                <a:cubicBezTo>
                  <a:pt x="1429" y="9602"/>
                  <a:pt x="1643" y="9829"/>
                  <a:pt x="1929" y="9829"/>
                </a:cubicBezTo>
                <a:lnTo>
                  <a:pt x="2155" y="9829"/>
                </a:lnTo>
                <a:lnTo>
                  <a:pt x="2155" y="10472"/>
                </a:lnTo>
                <a:cubicBezTo>
                  <a:pt x="2155" y="10734"/>
                  <a:pt x="2358" y="10960"/>
                  <a:pt x="2632" y="10960"/>
                </a:cubicBezTo>
                <a:lnTo>
                  <a:pt x="3179" y="10960"/>
                </a:lnTo>
                <a:cubicBezTo>
                  <a:pt x="3286" y="10960"/>
                  <a:pt x="3370" y="10864"/>
                  <a:pt x="3370" y="10757"/>
                </a:cubicBezTo>
                <a:cubicBezTo>
                  <a:pt x="3370" y="10662"/>
                  <a:pt x="3286" y="10567"/>
                  <a:pt x="3179" y="10567"/>
                </a:cubicBezTo>
                <a:lnTo>
                  <a:pt x="2632" y="10567"/>
                </a:lnTo>
                <a:cubicBezTo>
                  <a:pt x="2584" y="10567"/>
                  <a:pt x="2536" y="10519"/>
                  <a:pt x="2536" y="10483"/>
                </a:cubicBezTo>
                <a:lnTo>
                  <a:pt x="2536" y="9829"/>
                </a:lnTo>
                <a:lnTo>
                  <a:pt x="4763" y="9829"/>
                </a:lnTo>
                <a:lnTo>
                  <a:pt x="4763" y="10483"/>
                </a:lnTo>
                <a:cubicBezTo>
                  <a:pt x="4763" y="10519"/>
                  <a:pt x="4715" y="10567"/>
                  <a:pt x="4668" y="10567"/>
                </a:cubicBezTo>
                <a:lnTo>
                  <a:pt x="4072" y="10567"/>
                </a:lnTo>
                <a:cubicBezTo>
                  <a:pt x="3965" y="10567"/>
                  <a:pt x="3882" y="10662"/>
                  <a:pt x="3882" y="10757"/>
                </a:cubicBezTo>
                <a:cubicBezTo>
                  <a:pt x="3882" y="10864"/>
                  <a:pt x="3965" y="10960"/>
                  <a:pt x="4072" y="10960"/>
                </a:cubicBezTo>
                <a:lnTo>
                  <a:pt x="4668" y="10960"/>
                </a:lnTo>
                <a:cubicBezTo>
                  <a:pt x="4918" y="10960"/>
                  <a:pt x="5144" y="10745"/>
                  <a:pt x="5144" y="10472"/>
                </a:cubicBezTo>
                <a:lnTo>
                  <a:pt x="5144" y="9829"/>
                </a:lnTo>
                <a:lnTo>
                  <a:pt x="5370" y="9829"/>
                </a:lnTo>
                <a:cubicBezTo>
                  <a:pt x="5656" y="9829"/>
                  <a:pt x="5870" y="9602"/>
                  <a:pt x="5870" y="9317"/>
                </a:cubicBezTo>
                <a:lnTo>
                  <a:pt x="5870" y="8578"/>
                </a:lnTo>
                <a:cubicBezTo>
                  <a:pt x="5870" y="8317"/>
                  <a:pt x="5680" y="8114"/>
                  <a:pt x="5441" y="8078"/>
                </a:cubicBezTo>
                <a:lnTo>
                  <a:pt x="5441" y="7412"/>
                </a:lnTo>
                <a:cubicBezTo>
                  <a:pt x="5441" y="7340"/>
                  <a:pt x="5477" y="7269"/>
                  <a:pt x="5537" y="7209"/>
                </a:cubicBezTo>
                <a:lnTo>
                  <a:pt x="6977" y="5745"/>
                </a:lnTo>
                <a:cubicBezTo>
                  <a:pt x="7049" y="5673"/>
                  <a:pt x="7049" y="5554"/>
                  <a:pt x="6977" y="5483"/>
                </a:cubicBezTo>
                <a:cubicBezTo>
                  <a:pt x="6942" y="5441"/>
                  <a:pt x="6894" y="5420"/>
                  <a:pt x="6845" y="5420"/>
                </a:cubicBezTo>
                <a:cubicBezTo>
                  <a:pt x="6796" y="5420"/>
                  <a:pt x="6745" y="5441"/>
                  <a:pt x="6703" y="5483"/>
                </a:cubicBezTo>
                <a:lnTo>
                  <a:pt x="5263" y="6935"/>
                </a:lnTo>
                <a:cubicBezTo>
                  <a:pt x="5132" y="7066"/>
                  <a:pt x="5072" y="7233"/>
                  <a:pt x="5072" y="7412"/>
                </a:cubicBezTo>
                <a:lnTo>
                  <a:pt x="5072" y="8067"/>
                </a:lnTo>
                <a:lnTo>
                  <a:pt x="2262" y="8067"/>
                </a:lnTo>
                <a:lnTo>
                  <a:pt x="2262" y="7412"/>
                </a:lnTo>
                <a:cubicBezTo>
                  <a:pt x="2262" y="7233"/>
                  <a:pt x="2179" y="7054"/>
                  <a:pt x="2060" y="6935"/>
                </a:cubicBezTo>
                <a:lnTo>
                  <a:pt x="560" y="5423"/>
                </a:lnTo>
                <a:cubicBezTo>
                  <a:pt x="453" y="5316"/>
                  <a:pt x="441" y="5138"/>
                  <a:pt x="536" y="5019"/>
                </a:cubicBezTo>
                <a:lnTo>
                  <a:pt x="3477" y="685"/>
                </a:lnTo>
                <a:lnTo>
                  <a:pt x="3477" y="4923"/>
                </a:lnTo>
                <a:lnTo>
                  <a:pt x="3405" y="4923"/>
                </a:lnTo>
                <a:cubicBezTo>
                  <a:pt x="3036" y="4923"/>
                  <a:pt x="2739" y="5221"/>
                  <a:pt x="2739" y="5602"/>
                </a:cubicBezTo>
                <a:cubicBezTo>
                  <a:pt x="2739" y="5971"/>
                  <a:pt x="3036" y="6269"/>
                  <a:pt x="3405" y="6269"/>
                </a:cubicBezTo>
                <a:lnTo>
                  <a:pt x="3941" y="6269"/>
                </a:lnTo>
                <a:cubicBezTo>
                  <a:pt x="4310" y="6269"/>
                  <a:pt x="4608" y="5971"/>
                  <a:pt x="4608" y="5602"/>
                </a:cubicBezTo>
                <a:cubicBezTo>
                  <a:pt x="4608" y="5221"/>
                  <a:pt x="4310" y="4923"/>
                  <a:pt x="3941" y="4923"/>
                </a:cubicBezTo>
                <a:lnTo>
                  <a:pt x="3870" y="4923"/>
                </a:lnTo>
                <a:lnTo>
                  <a:pt x="3870" y="685"/>
                </a:lnTo>
                <a:lnTo>
                  <a:pt x="6692" y="4840"/>
                </a:lnTo>
                <a:cubicBezTo>
                  <a:pt x="6727" y="4889"/>
                  <a:pt x="6783" y="4918"/>
                  <a:pt x="6843" y="4918"/>
                </a:cubicBezTo>
                <a:cubicBezTo>
                  <a:pt x="6884" y="4918"/>
                  <a:pt x="6927" y="4905"/>
                  <a:pt x="6965" y="4876"/>
                </a:cubicBezTo>
                <a:cubicBezTo>
                  <a:pt x="7049" y="4816"/>
                  <a:pt x="7061" y="4697"/>
                  <a:pt x="7001" y="4614"/>
                </a:cubicBezTo>
                <a:lnTo>
                  <a:pt x="3953" y="161"/>
                </a:lnTo>
                <a:cubicBezTo>
                  <a:pt x="3882" y="54"/>
                  <a:pt x="3763" y="0"/>
                  <a:pt x="36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6" name="Google Shape;1396;p31"/>
          <p:cNvGrpSpPr/>
          <p:nvPr/>
        </p:nvGrpSpPr>
        <p:grpSpPr>
          <a:xfrm>
            <a:off x="5342779" y="1785119"/>
            <a:ext cx="399398" cy="375443"/>
            <a:chOff x="849741" y="1959307"/>
            <a:chExt cx="399398" cy="375443"/>
          </a:xfrm>
        </p:grpSpPr>
        <p:sp>
          <p:nvSpPr>
            <p:cNvPr id="1397" name="Google Shape;1397;p31"/>
            <p:cNvSpPr/>
            <p:nvPr/>
          </p:nvSpPr>
          <p:spPr>
            <a:xfrm>
              <a:off x="849741" y="1959307"/>
              <a:ext cx="399398" cy="375443"/>
            </a:xfrm>
            <a:custGeom>
              <a:rect b="b" l="l" r="r" t="t"/>
              <a:pathLst>
                <a:path extrusionOk="0" h="11786" w="12538">
                  <a:moveTo>
                    <a:pt x="2441" y="7273"/>
                  </a:moveTo>
                  <a:lnTo>
                    <a:pt x="5251" y="10082"/>
                  </a:lnTo>
                  <a:lnTo>
                    <a:pt x="4537" y="10797"/>
                  </a:lnTo>
                  <a:lnTo>
                    <a:pt x="1727" y="7987"/>
                  </a:lnTo>
                  <a:lnTo>
                    <a:pt x="2441" y="7273"/>
                  </a:lnTo>
                  <a:close/>
                  <a:moveTo>
                    <a:pt x="8661" y="1"/>
                  </a:moveTo>
                  <a:cubicBezTo>
                    <a:pt x="8400" y="1"/>
                    <a:pt x="8138" y="99"/>
                    <a:pt x="7942" y="296"/>
                  </a:cubicBezTo>
                  <a:lnTo>
                    <a:pt x="1846" y="6392"/>
                  </a:lnTo>
                  <a:cubicBezTo>
                    <a:pt x="1763" y="6463"/>
                    <a:pt x="1763" y="6582"/>
                    <a:pt x="1846" y="6665"/>
                  </a:cubicBezTo>
                  <a:lnTo>
                    <a:pt x="2168" y="6987"/>
                  </a:lnTo>
                  <a:lnTo>
                    <a:pt x="1322" y="7832"/>
                  </a:lnTo>
                  <a:cubicBezTo>
                    <a:pt x="1251" y="7916"/>
                    <a:pt x="1251" y="8035"/>
                    <a:pt x="1322" y="8106"/>
                  </a:cubicBezTo>
                  <a:lnTo>
                    <a:pt x="1941" y="8725"/>
                  </a:lnTo>
                  <a:lnTo>
                    <a:pt x="1465" y="9201"/>
                  </a:lnTo>
                  <a:cubicBezTo>
                    <a:pt x="1394" y="9285"/>
                    <a:pt x="1394" y="9404"/>
                    <a:pt x="1465" y="9475"/>
                  </a:cubicBezTo>
                  <a:cubicBezTo>
                    <a:pt x="1507" y="9511"/>
                    <a:pt x="1557" y="9529"/>
                    <a:pt x="1606" y="9529"/>
                  </a:cubicBezTo>
                  <a:cubicBezTo>
                    <a:pt x="1656" y="9529"/>
                    <a:pt x="1703" y="9511"/>
                    <a:pt x="1739" y="9475"/>
                  </a:cubicBezTo>
                  <a:lnTo>
                    <a:pt x="2215" y="8999"/>
                  </a:lnTo>
                  <a:lnTo>
                    <a:pt x="3525" y="10309"/>
                  </a:lnTo>
                  <a:lnTo>
                    <a:pt x="2453" y="11380"/>
                  </a:lnTo>
                  <a:lnTo>
                    <a:pt x="536" y="10678"/>
                  </a:lnTo>
                  <a:lnTo>
                    <a:pt x="1167" y="10035"/>
                  </a:lnTo>
                  <a:cubicBezTo>
                    <a:pt x="1251" y="9963"/>
                    <a:pt x="1251" y="9844"/>
                    <a:pt x="1167" y="9773"/>
                  </a:cubicBezTo>
                  <a:cubicBezTo>
                    <a:pt x="1132" y="9737"/>
                    <a:pt x="1084" y="9719"/>
                    <a:pt x="1036" y="9719"/>
                  </a:cubicBezTo>
                  <a:cubicBezTo>
                    <a:pt x="989" y="9719"/>
                    <a:pt x="941" y="9737"/>
                    <a:pt x="905" y="9773"/>
                  </a:cubicBezTo>
                  <a:lnTo>
                    <a:pt x="60" y="10618"/>
                  </a:lnTo>
                  <a:cubicBezTo>
                    <a:pt x="12" y="10666"/>
                    <a:pt x="1" y="10737"/>
                    <a:pt x="12" y="10797"/>
                  </a:cubicBezTo>
                  <a:cubicBezTo>
                    <a:pt x="24" y="10856"/>
                    <a:pt x="72" y="10916"/>
                    <a:pt x="132" y="10928"/>
                  </a:cubicBezTo>
                  <a:lnTo>
                    <a:pt x="2441" y="11761"/>
                  </a:lnTo>
                  <a:cubicBezTo>
                    <a:pt x="2453" y="11785"/>
                    <a:pt x="2477" y="11785"/>
                    <a:pt x="2501" y="11785"/>
                  </a:cubicBezTo>
                  <a:cubicBezTo>
                    <a:pt x="2537" y="11785"/>
                    <a:pt x="2596" y="11761"/>
                    <a:pt x="2632" y="11726"/>
                  </a:cubicBezTo>
                  <a:lnTo>
                    <a:pt x="3787" y="10559"/>
                  </a:lnTo>
                  <a:lnTo>
                    <a:pt x="4418" y="11190"/>
                  </a:lnTo>
                  <a:cubicBezTo>
                    <a:pt x="4442" y="11214"/>
                    <a:pt x="4501" y="11249"/>
                    <a:pt x="4549" y="11249"/>
                  </a:cubicBezTo>
                  <a:cubicBezTo>
                    <a:pt x="4596" y="11249"/>
                    <a:pt x="4656" y="11225"/>
                    <a:pt x="4680" y="11190"/>
                  </a:cubicBezTo>
                  <a:lnTo>
                    <a:pt x="5537" y="10332"/>
                  </a:lnTo>
                  <a:lnTo>
                    <a:pt x="5858" y="10666"/>
                  </a:lnTo>
                  <a:cubicBezTo>
                    <a:pt x="5894" y="10690"/>
                    <a:pt x="5954" y="10725"/>
                    <a:pt x="5989" y="10725"/>
                  </a:cubicBezTo>
                  <a:cubicBezTo>
                    <a:pt x="6037" y="10725"/>
                    <a:pt x="6097" y="10702"/>
                    <a:pt x="6132" y="10666"/>
                  </a:cubicBezTo>
                  <a:lnTo>
                    <a:pt x="10788" y="6011"/>
                  </a:lnTo>
                  <a:cubicBezTo>
                    <a:pt x="10859" y="5927"/>
                    <a:pt x="10859" y="5808"/>
                    <a:pt x="10788" y="5737"/>
                  </a:cubicBezTo>
                  <a:cubicBezTo>
                    <a:pt x="10752" y="5701"/>
                    <a:pt x="10704" y="5683"/>
                    <a:pt x="10655" y="5683"/>
                  </a:cubicBezTo>
                  <a:cubicBezTo>
                    <a:pt x="10606" y="5683"/>
                    <a:pt x="10555" y="5701"/>
                    <a:pt x="10514" y="5737"/>
                  </a:cubicBezTo>
                  <a:lnTo>
                    <a:pt x="5989" y="10261"/>
                  </a:lnTo>
                  <a:lnTo>
                    <a:pt x="2263" y="6523"/>
                  </a:lnTo>
                  <a:lnTo>
                    <a:pt x="8240" y="546"/>
                  </a:lnTo>
                  <a:cubicBezTo>
                    <a:pt x="8365" y="415"/>
                    <a:pt x="8525" y="349"/>
                    <a:pt x="8686" y="349"/>
                  </a:cubicBezTo>
                  <a:cubicBezTo>
                    <a:pt x="8847" y="349"/>
                    <a:pt x="9008" y="415"/>
                    <a:pt x="9133" y="546"/>
                  </a:cubicBezTo>
                  <a:lnTo>
                    <a:pt x="11978" y="3379"/>
                  </a:lnTo>
                  <a:cubicBezTo>
                    <a:pt x="12097" y="3510"/>
                    <a:pt x="12157" y="3665"/>
                    <a:pt x="12157" y="3832"/>
                  </a:cubicBezTo>
                  <a:cubicBezTo>
                    <a:pt x="12157" y="3998"/>
                    <a:pt x="12097" y="4153"/>
                    <a:pt x="11978" y="4272"/>
                  </a:cubicBezTo>
                  <a:lnTo>
                    <a:pt x="11050" y="5201"/>
                  </a:lnTo>
                  <a:cubicBezTo>
                    <a:pt x="10978" y="5272"/>
                    <a:pt x="10978" y="5391"/>
                    <a:pt x="11050" y="5463"/>
                  </a:cubicBezTo>
                  <a:cubicBezTo>
                    <a:pt x="11091" y="5505"/>
                    <a:pt x="11142" y="5525"/>
                    <a:pt x="11191" y="5525"/>
                  </a:cubicBezTo>
                  <a:cubicBezTo>
                    <a:pt x="11240" y="5525"/>
                    <a:pt x="11288" y="5505"/>
                    <a:pt x="11323" y="5463"/>
                  </a:cubicBezTo>
                  <a:lnTo>
                    <a:pt x="12240" y="4546"/>
                  </a:lnTo>
                  <a:cubicBezTo>
                    <a:pt x="12443" y="4356"/>
                    <a:pt x="12538" y="4106"/>
                    <a:pt x="12538" y="3832"/>
                  </a:cubicBezTo>
                  <a:cubicBezTo>
                    <a:pt x="12526" y="3582"/>
                    <a:pt x="12419" y="3332"/>
                    <a:pt x="12228" y="3129"/>
                  </a:cubicBezTo>
                  <a:lnTo>
                    <a:pt x="9371" y="296"/>
                  </a:lnTo>
                  <a:cubicBezTo>
                    <a:pt x="9180" y="99"/>
                    <a:pt x="8921" y="1"/>
                    <a:pt x="8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986654" y="2041588"/>
              <a:ext cx="180204" cy="177082"/>
            </a:xfrm>
            <a:custGeom>
              <a:rect b="b" l="l" r="r" t="t"/>
              <a:pathLst>
                <a:path extrusionOk="0" h="5559" w="5657">
                  <a:moveTo>
                    <a:pt x="3811" y="368"/>
                  </a:moveTo>
                  <a:cubicBezTo>
                    <a:pt x="3894" y="368"/>
                    <a:pt x="3989" y="403"/>
                    <a:pt x="4061" y="475"/>
                  </a:cubicBezTo>
                  <a:lnTo>
                    <a:pt x="5168" y="1582"/>
                  </a:lnTo>
                  <a:cubicBezTo>
                    <a:pt x="5228" y="1642"/>
                    <a:pt x="5263" y="1725"/>
                    <a:pt x="5263" y="1832"/>
                  </a:cubicBezTo>
                  <a:cubicBezTo>
                    <a:pt x="5263" y="1915"/>
                    <a:pt x="5228" y="2023"/>
                    <a:pt x="5168" y="2082"/>
                  </a:cubicBezTo>
                  <a:lnTo>
                    <a:pt x="2156" y="5094"/>
                  </a:lnTo>
                  <a:cubicBezTo>
                    <a:pt x="2090" y="5160"/>
                    <a:pt x="1998" y="5193"/>
                    <a:pt x="1906" y="5193"/>
                  </a:cubicBezTo>
                  <a:cubicBezTo>
                    <a:pt x="1813" y="5193"/>
                    <a:pt x="1721" y="5160"/>
                    <a:pt x="1656" y="5094"/>
                  </a:cubicBezTo>
                  <a:lnTo>
                    <a:pt x="548" y="3987"/>
                  </a:lnTo>
                  <a:cubicBezTo>
                    <a:pt x="417" y="3856"/>
                    <a:pt x="417" y="3618"/>
                    <a:pt x="548" y="3487"/>
                  </a:cubicBezTo>
                  <a:lnTo>
                    <a:pt x="3561" y="475"/>
                  </a:lnTo>
                  <a:cubicBezTo>
                    <a:pt x="3632" y="403"/>
                    <a:pt x="3715" y="368"/>
                    <a:pt x="3811" y="368"/>
                  </a:cubicBezTo>
                  <a:close/>
                  <a:moveTo>
                    <a:pt x="3800" y="0"/>
                  </a:moveTo>
                  <a:cubicBezTo>
                    <a:pt x="3613" y="0"/>
                    <a:pt x="3428" y="71"/>
                    <a:pt x="3287" y="213"/>
                  </a:cubicBezTo>
                  <a:lnTo>
                    <a:pt x="286" y="3213"/>
                  </a:lnTo>
                  <a:cubicBezTo>
                    <a:pt x="1" y="3499"/>
                    <a:pt x="1" y="3975"/>
                    <a:pt x="286" y="4261"/>
                  </a:cubicBezTo>
                  <a:lnTo>
                    <a:pt x="1382" y="5356"/>
                  </a:lnTo>
                  <a:cubicBezTo>
                    <a:pt x="1537" y="5511"/>
                    <a:pt x="1715" y="5559"/>
                    <a:pt x="1906" y="5559"/>
                  </a:cubicBezTo>
                  <a:cubicBezTo>
                    <a:pt x="2096" y="5559"/>
                    <a:pt x="2275" y="5487"/>
                    <a:pt x="2430" y="5356"/>
                  </a:cubicBezTo>
                  <a:lnTo>
                    <a:pt x="5430" y="2368"/>
                  </a:lnTo>
                  <a:cubicBezTo>
                    <a:pt x="5561" y="2237"/>
                    <a:pt x="5656" y="2035"/>
                    <a:pt x="5656" y="1844"/>
                  </a:cubicBezTo>
                  <a:cubicBezTo>
                    <a:pt x="5656" y="1654"/>
                    <a:pt x="5585" y="1451"/>
                    <a:pt x="5430" y="1320"/>
                  </a:cubicBezTo>
                  <a:lnTo>
                    <a:pt x="4335" y="225"/>
                  </a:lnTo>
                  <a:cubicBezTo>
                    <a:pt x="4184" y="74"/>
                    <a:pt x="3991" y="0"/>
                    <a:pt x="3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9" name="Google Shape;1399;p31"/>
          <p:cNvGrpSpPr/>
          <p:nvPr/>
        </p:nvGrpSpPr>
        <p:grpSpPr>
          <a:xfrm>
            <a:off x="3613998" y="1792284"/>
            <a:ext cx="362223" cy="361108"/>
            <a:chOff x="3513010" y="3816134"/>
            <a:chExt cx="362223" cy="361108"/>
          </a:xfrm>
        </p:grpSpPr>
        <p:sp>
          <p:nvSpPr>
            <p:cNvPr id="1400" name="Google Shape;1400;p31"/>
            <p:cNvSpPr/>
            <p:nvPr/>
          </p:nvSpPr>
          <p:spPr>
            <a:xfrm>
              <a:off x="3513010" y="3816134"/>
              <a:ext cx="362223" cy="361108"/>
            </a:xfrm>
            <a:custGeom>
              <a:rect b="b" l="l" r="r" t="t"/>
              <a:pathLst>
                <a:path extrusionOk="0" h="11336" w="11371">
                  <a:moveTo>
                    <a:pt x="1381" y="346"/>
                  </a:moveTo>
                  <a:cubicBezTo>
                    <a:pt x="1846" y="358"/>
                    <a:pt x="2262" y="715"/>
                    <a:pt x="2358" y="1191"/>
                  </a:cubicBezTo>
                  <a:lnTo>
                    <a:pt x="1881" y="1191"/>
                  </a:lnTo>
                  <a:cubicBezTo>
                    <a:pt x="1786" y="1191"/>
                    <a:pt x="1715" y="1263"/>
                    <a:pt x="1715" y="1358"/>
                  </a:cubicBezTo>
                  <a:cubicBezTo>
                    <a:pt x="1715" y="1727"/>
                    <a:pt x="1417" y="2025"/>
                    <a:pt x="1048" y="2025"/>
                  </a:cubicBezTo>
                  <a:cubicBezTo>
                    <a:pt x="667" y="2025"/>
                    <a:pt x="369" y="1727"/>
                    <a:pt x="369" y="1358"/>
                  </a:cubicBezTo>
                  <a:cubicBezTo>
                    <a:pt x="369" y="798"/>
                    <a:pt x="822" y="346"/>
                    <a:pt x="1381" y="346"/>
                  </a:cubicBezTo>
                  <a:close/>
                  <a:moveTo>
                    <a:pt x="2358" y="1537"/>
                  </a:moveTo>
                  <a:lnTo>
                    <a:pt x="2358" y="2037"/>
                  </a:lnTo>
                  <a:lnTo>
                    <a:pt x="1774" y="2037"/>
                  </a:lnTo>
                  <a:cubicBezTo>
                    <a:pt x="1893" y="1906"/>
                    <a:pt x="1977" y="1727"/>
                    <a:pt x="2012" y="1537"/>
                  </a:cubicBezTo>
                  <a:close/>
                  <a:moveTo>
                    <a:pt x="9109" y="4489"/>
                  </a:moveTo>
                  <a:lnTo>
                    <a:pt x="9109" y="4489"/>
                  </a:lnTo>
                  <a:cubicBezTo>
                    <a:pt x="8739" y="5049"/>
                    <a:pt x="8287" y="5585"/>
                    <a:pt x="7787" y="6085"/>
                  </a:cubicBezTo>
                  <a:cubicBezTo>
                    <a:pt x="7275" y="6597"/>
                    <a:pt x="6739" y="7037"/>
                    <a:pt x="6192" y="7406"/>
                  </a:cubicBezTo>
                  <a:cubicBezTo>
                    <a:pt x="6584" y="6859"/>
                    <a:pt x="7013" y="6323"/>
                    <a:pt x="7513" y="5823"/>
                  </a:cubicBezTo>
                  <a:cubicBezTo>
                    <a:pt x="8025" y="5311"/>
                    <a:pt x="8561" y="4870"/>
                    <a:pt x="9109" y="4489"/>
                  </a:cubicBezTo>
                  <a:close/>
                  <a:moveTo>
                    <a:pt x="4036" y="9359"/>
                  </a:moveTo>
                  <a:cubicBezTo>
                    <a:pt x="4346" y="9359"/>
                    <a:pt x="4620" y="9573"/>
                    <a:pt x="4691" y="9871"/>
                  </a:cubicBezTo>
                  <a:lnTo>
                    <a:pt x="3382" y="9871"/>
                  </a:lnTo>
                  <a:cubicBezTo>
                    <a:pt x="3453" y="9573"/>
                    <a:pt x="3727" y="9359"/>
                    <a:pt x="4036" y="9359"/>
                  </a:cubicBezTo>
                  <a:close/>
                  <a:moveTo>
                    <a:pt x="10359" y="9359"/>
                  </a:moveTo>
                  <a:cubicBezTo>
                    <a:pt x="10728" y="9359"/>
                    <a:pt x="11025" y="9657"/>
                    <a:pt x="11025" y="10026"/>
                  </a:cubicBezTo>
                  <a:cubicBezTo>
                    <a:pt x="11025" y="10597"/>
                    <a:pt x="10585" y="11038"/>
                    <a:pt x="10037" y="11038"/>
                  </a:cubicBezTo>
                  <a:lnTo>
                    <a:pt x="4584" y="11038"/>
                  </a:lnTo>
                  <a:cubicBezTo>
                    <a:pt x="4870" y="10788"/>
                    <a:pt x="5037" y="10431"/>
                    <a:pt x="5037" y="10026"/>
                  </a:cubicBezTo>
                  <a:cubicBezTo>
                    <a:pt x="5037" y="9776"/>
                    <a:pt x="4929" y="9538"/>
                    <a:pt x="4775" y="9359"/>
                  </a:cubicBezTo>
                  <a:close/>
                  <a:moveTo>
                    <a:pt x="1346" y="1"/>
                  </a:moveTo>
                  <a:cubicBezTo>
                    <a:pt x="596" y="1"/>
                    <a:pt x="0" y="596"/>
                    <a:pt x="0" y="1334"/>
                  </a:cubicBezTo>
                  <a:cubicBezTo>
                    <a:pt x="0" y="1906"/>
                    <a:pt x="465" y="2346"/>
                    <a:pt x="1012" y="2346"/>
                  </a:cubicBezTo>
                  <a:lnTo>
                    <a:pt x="2358" y="2346"/>
                  </a:lnTo>
                  <a:lnTo>
                    <a:pt x="2358" y="7514"/>
                  </a:lnTo>
                  <a:cubicBezTo>
                    <a:pt x="2358" y="7609"/>
                    <a:pt x="2429" y="7680"/>
                    <a:pt x="2512" y="7680"/>
                  </a:cubicBezTo>
                  <a:cubicBezTo>
                    <a:pt x="2608" y="7680"/>
                    <a:pt x="2679" y="7609"/>
                    <a:pt x="2679" y="7514"/>
                  </a:cubicBezTo>
                  <a:lnTo>
                    <a:pt x="2679" y="1334"/>
                  </a:lnTo>
                  <a:cubicBezTo>
                    <a:pt x="2679" y="929"/>
                    <a:pt x="2501" y="572"/>
                    <a:pt x="2239" y="322"/>
                  </a:cubicBezTo>
                  <a:lnTo>
                    <a:pt x="7680" y="322"/>
                  </a:lnTo>
                  <a:cubicBezTo>
                    <a:pt x="8227" y="322"/>
                    <a:pt x="8680" y="775"/>
                    <a:pt x="8680" y="1334"/>
                  </a:cubicBezTo>
                  <a:lnTo>
                    <a:pt x="8680" y="2870"/>
                  </a:lnTo>
                  <a:cubicBezTo>
                    <a:pt x="8192" y="3108"/>
                    <a:pt x="7739" y="3430"/>
                    <a:pt x="7358" y="3811"/>
                  </a:cubicBezTo>
                  <a:cubicBezTo>
                    <a:pt x="6549" y="4608"/>
                    <a:pt x="6537" y="5192"/>
                    <a:pt x="6525" y="6144"/>
                  </a:cubicBezTo>
                  <a:lnTo>
                    <a:pt x="6525" y="6394"/>
                  </a:lnTo>
                  <a:cubicBezTo>
                    <a:pt x="6132" y="6859"/>
                    <a:pt x="5811" y="7347"/>
                    <a:pt x="5513" y="7847"/>
                  </a:cubicBezTo>
                  <a:cubicBezTo>
                    <a:pt x="5465" y="7907"/>
                    <a:pt x="5477" y="7990"/>
                    <a:pt x="5537" y="8049"/>
                  </a:cubicBezTo>
                  <a:cubicBezTo>
                    <a:pt x="5572" y="8085"/>
                    <a:pt x="5608" y="8097"/>
                    <a:pt x="5656" y="8097"/>
                  </a:cubicBezTo>
                  <a:cubicBezTo>
                    <a:pt x="5691" y="8097"/>
                    <a:pt x="5715" y="8097"/>
                    <a:pt x="5751" y="8061"/>
                  </a:cubicBezTo>
                  <a:cubicBezTo>
                    <a:pt x="6251" y="7776"/>
                    <a:pt x="6727" y="7442"/>
                    <a:pt x="7192" y="7049"/>
                  </a:cubicBezTo>
                  <a:lnTo>
                    <a:pt x="7442" y="7049"/>
                  </a:lnTo>
                  <a:cubicBezTo>
                    <a:pt x="7930" y="7037"/>
                    <a:pt x="8323" y="7037"/>
                    <a:pt x="8692" y="6918"/>
                  </a:cubicBezTo>
                  <a:lnTo>
                    <a:pt x="8692" y="9002"/>
                  </a:lnTo>
                  <a:lnTo>
                    <a:pt x="4036" y="9002"/>
                  </a:lnTo>
                  <a:cubicBezTo>
                    <a:pt x="3465" y="9002"/>
                    <a:pt x="3024" y="9466"/>
                    <a:pt x="3024" y="10014"/>
                  </a:cubicBezTo>
                  <a:cubicBezTo>
                    <a:pt x="3024" y="10097"/>
                    <a:pt x="3096" y="10181"/>
                    <a:pt x="3191" y="10181"/>
                  </a:cubicBezTo>
                  <a:lnTo>
                    <a:pt x="4691" y="10181"/>
                  </a:lnTo>
                  <a:cubicBezTo>
                    <a:pt x="4620" y="10657"/>
                    <a:pt x="4203" y="11014"/>
                    <a:pt x="3691" y="11014"/>
                  </a:cubicBezTo>
                  <a:cubicBezTo>
                    <a:pt x="3144" y="11014"/>
                    <a:pt x="2679" y="10562"/>
                    <a:pt x="2679" y="10002"/>
                  </a:cubicBezTo>
                  <a:lnTo>
                    <a:pt x="2679" y="8168"/>
                  </a:lnTo>
                  <a:cubicBezTo>
                    <a:pt x="2679" y="8085"/>
                    <a:pt x="2608" y="8002"/>
                    <a:pt x="2512" y="8002"/>
                  </a:cubicBezTo>
                  <a:cubicBezTo>
                    <a:pt x="2429" y="8002"/>
                    <a:pt x="2358" y="8085"/>
                    <a:pt x="2358" y="8168"/>
                  </a:cubicBezTo>
                  <a:lnTo>
                    <a:pt x="2358" y="10002"/>
                  </a:lnTo>
                  <a:cubicBezTo>
                    <a:pt x="2358" y="10740"/>
                    <a:pt x="2953" y="11335"/>
                    <a:pt x="3691" y="11335"/>
                  </a:cubicBezTo>
                  <a:lnTo>
                    <a:pt x="10013" y="11335"/>
                  </a:lnTo>
                  <a:cubicBezTo>
                    <a:pt x="10764" y="11335"/>
                    <a:pt x="11359" y="10740"/>
                    <a:pt x="11359" y="10002"/>
                  </a:cubicBezTo>
                  <a:cubicBezTo>
                    <a:pt x="11371" y="9478"/>
                    <a:pt x="10930" y="9038"/>
                    <a:pt x="10359" y="9038"/>
                  </a:cubicBezTo>
                  <a:lnTo>
                    <a:pt x="9025" y="9038"/>
                  </a:lnTo>
                  <a:lnTo>
                    <a:pt x="9025" y="6811"/>
                  </a:lnTo>
                  <a:cubicBezTo>
                    <a:pt x="9263" y="6692"/>
                    <a:pt x="9513" y="6513"/>
                    <a:pt x="9775" y="6252"/>
                  </a:cubicBezTo>
                  <a:cubicBezTo>
                    <a:pt x="10013" y="6013"/>
                    <a:pt x="10228" y="5763"/>
                    <a:pt x="10406" y="5478"/>
                  </a:cubicBezTo>
                  <a:cubicBezTo>
                    <a:pt x="10430" y="5430"/>
                    <a:pt x="10430" y="5370"/>
                    <a:pt x="10418" y="5311"/>
                  </a:cubicBezTo>
                  <a:cubicBezTo>
                    <a:pt x="10394" y="5251"/>
                    <a:pt x="10347" y="5228"/>
                    <a:pt x="10299" y="5204"/>
                  </a:cubicBezTo>
                  <a:lnTo>
                    <a:pt x="9894" y="5132"/>
                  </a:lnTo>
                  <a:cubicBezTo>
                    <a:pt x="10728" y="4489"/>
                    <a:pt x="11264" y="3525"/>
                    <a:pt x="11323" y="2465"/>
                  </a:cubicBezTo>
                  <a:lnTo>
                    <a:pt x="11323" y="2453"/>
                  </a:lnTo>
                  <a:cubicBezTo>
                    <a:pt x="11323" y="2406"/>
                    <a:pt x="11311" y="2358"/>
                    <a:pt x="11287" y="2322"/>
                  </a:cubicBezTo>
                  <a:cubicBezTo>
                    <a:pt x="11252" y="2287"/>
                    <a:pt x="11204" y="2275"/>
                    <a:pt x="11145" y="2275"/>
                  </a:cubicBezTo>
                  <a:cubicBezTo>
                    <a:pt x="10764" y="2311"/>
                    <a:pt x="10394" y="2346"/>
                    <a:pt x="10037" y="2430"/>
                  </a:cubicBezTo>
                  <a:cubicBezTo>
                    <a:pt x="9942" y="2442"/>
                    <a:pt x="9882" y="2525"/>
                    <a:pt x="9894" y="2620"/>
                  </a:cubicBezTo>
                  <a:cubicBezTo>
                    <a:pt x="9916" y="2696"/>
                    <a:pt x="9988" y="2753"/>
                    <a:pt x="10073" y="2753"/>
                  </a:cubicBezTo>
                  <a:cubicBezTo>
                    <a:pt x="10080" y="2753"/>
                    <a:pt x="10089" y="2752"/>
                    <a:pt x="10097" y="2751"/>
                  </a:cubicBezTo>
                  <a:cubicBezTo>
                    <a:pt x="10371" y="2692"/>
                    <a:pt x="10656" y="2644"/>
                    <a:pt x="10966" y="2620"/>
                  </a:cubicBezTo>
                  <a:lnTo>
                    <a:pt x="10966" y="2620"/>
                  </a:lnTo>
                  <a:cubicBezTo>
                    <a:pt x="10847" y="3632"/>
                    <a:pt x="10275" y="4537"/>
                    <a:pt x="9382" y="5073"/>
                  </a:cubicBezTo>
                  <a:lnTo>
                    <a:pt x="9359" y="5085"/>
                  </a:lnTo>
                  <a:cubicBezTo>
                    <a:pt x="9299" y="5120"/>
                    <a:pt x="9275" y="5192"/>
                    <a:pt x="9287" y="5263"/>
                  </a:cubicBezTo>
                  <a:cubicBezTo>
                    <a:pt x="9299" y="5347"/>
                    <a:pt x="9359" y="5382"/>
                    <a:pt x="9418" y="5406"/>
                  </a:cubicBezTo>
                  <a:lnTo>
                    <a:pt x="9978" y="5490"/>
                  </a:lnTo>
                  <a:cubicBezTo>
                    <a:pt x="9835" y="5668"/>
                    <a:pt x="9692" y="5847"/>
                    <a:pt x="9525" y="6002"/>
                  </a:cubicBezTo>
                  <a:cubicBezTo>
                    <a:pt x="8870" y="6656"/>
                    <a:pt x="8406" y="6716"/>
                    <a:pt x="7573" y="6728"/>
                  </a:cubicBezTo>
                  <a:cubicBezTo>
                    <a:pt x="7727" y="6597"/>
                    <a:pt x="7870" y="6454"/>
                    <a:pt x="8013" y="6311"/>
                  </a:cubicBezTo>
                  <a:cubicBezTo>
                    <a:pt x="8728" y="5597"/>
                    <a:pt x="9299" y="4835"/>
                    <a:pt x="9775" y="4037"/>
                  </a:cubicBezTo>
                  <a:cubicBezTo>
                    <a:pt x="9823" y="3977"/>
                    <a:pt x="9811" y="3882"/>
                    <a:pt x="9751" y="3823"/>
                  </a:cubicBezTo>
                  <a:cubicBezTo>
                    <a:pt x="9718" y="3789"/>
                    <a:pt x="9681" y="3774"/>
                    <a:pt x="9639" y="3774"/>
                  </a:cubicBezTo>
                  <a:cubicBezTo>
                    <a:pt x="9608" y="3774"/>
                    <a:pt x="9574" y="3783"/>
                    <a:pt x="9537" y="3799"/>
                  </a:cubicBezTo>
                  <a:cubicBezTo>
                    <a:pt x="8739" y="4251"/>
                    <a:pt x="7966" y="4847"/>
                    <a:pt x="7263" y="5561"/>
                  </a:cubicBezTo>
                  <a:cubicBezTo>
                    <a:pt x="7120" y="5716"/>
                    <a:pt x="6977" y="5847"/>
                    <a:pt x="6846" y="6002"/>
                  </a:cubicBezTo>
                  <a:cubicBezTo>
                    <a:pt x="6882" y="5168"/>
                    <a:pt x="6918" y="4704"/>
                    <a:pt x="7573" y="4049"/>
                  </a:cubicBezTo>
                  <a:cubicBezTo>
                    <a:pt x="8085" y="3537"/>
                    <a:pt x="8728" y="3156"/>
                    <a:pt x="9454" y="2906"/>
                  </a:cubicBezTo>
                  <a:cubicBezTo>
                    <a:pt x="9537" y="2870"/>
                    <a:pt x="9585" y="2787"/>
                    <a:pt x="9561" y="2692"/>
                  </a:cubicBezTo>
                  <a:cubicBezTo>
                    <a:pt x="9531" y="2623"/>
                    <a:pt x="9470" y="2578"/>
                    <a:pt x="9395" y="2578"/>
                  </a:cubicBezTo>
                  <a:cubicBezTo>
                    <a:pt x="9379" y="2578"/>
                    <a:pt x="9363" y="2580"/>
                    <a:pt x="9347" y="2584"/>
                  </a:cubicBezTo>
                  <a:cubicBezTo>
                    <a:pt x="9228" y="2632"/>
                    <a:pt x="9109" y="2680"/>
                    <a:pt x="9001" y="2715"/>
                  </a:cubicBezTo>
                  <a:lnTo>
                    <a:pt x="9001" y="1334"/>
                  </a:lnTo>
                  <a:cubicBezTo>
                    <a:pt x="9001" y="596"/>
                    <a:pt x="8406" y="1"/>
                    <a:pt x="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1"/>
            <p:cNvSpPr/>
            <p:nvPr/>
          </p:nvSpPr>
          <p:spPr>
            <a:xfrm>
              <a:off x="3618450" y="3879112"/>
              <a:ext cx="157045" cy="24688"/>
            </a:xfrm>
            <a:custGeom>
              <a:rect b="b" l="l" r="r" t="t"/>
              <a:pathLst>
                <a:path extrusionOk="0" h="775" w="493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55" y="334"/>
                  </a:cubicBezTo>
                  <a:cubicBezTo>
                    <a:pt x="322" y="334"/>
                    <a:pt x="381" y="405"/>
                    <a:pt x="500" y="512"/>
                  </a:cubicBezTo>
                  <a:cubicBezTo>
                    <a:pt x="619" y="631"/>
                    <a:pt x="786" y="774"/>
                    <a:pt x="1084" y="774"/>
                  </a:cubicBezTo>
                  <a:cubicBezTo>
                    <a:pt x="1381" y="774"/>
                    <a:pt x="1524" y="631"/>
                    <a:pt x="1667" y="512"/>
                  </a:cubicBezTo>
                  <a:cubicBezTo>
                    <a:pt x="1762" y="405"/>
                    <a:pt x="1846" y="334"/>
                    <a:pt x="2000" y="334"/>
                  </a:cubicBezTo>
                  <a:cubicBezTo>
                    <a:pt x="2167" y="334"/>
                    <a:pt x="2227" y="405"/>
                    <a:pt x="2346" y="512"/>
                  </a:cubicBezTo>
                  <a:cubicBezTo>
                    <a:pt x="2465" y="631"/>
                    <a:pt x="2631" y="774"/>
                    <a:pt x="2929" y="774"/>
                  </a:cubicBezTo>
                  <a:cubicBezTo>
                    <a:pt x="3227" y="774"/>
                    <a:pt x="3370" y="631"/>
                    <a:pt x="3501" y="512"/>
                  </a:cubicBezTo>
                  <a:cubicBezTo>
                    <a:pt x="3608" y="405"/>
                    <a:pt x="3679" y="334"/>
                    <a:pt x="3846" y="334"/>
                  </a:cubicBezTo>
                  <a:cubicBezTo>
                    <a:pt x="4013" y="334"/>
                    <a:pt x="4072" y="405"/>
                    <a:pt x="4191" y="512"/>
                  </a:cubicBezTo>
                  <a:cubicBezTo>
                    <a:pt x="4310" y="631"/>
                    <a:pt x="4477" y="774"/>
                    <a:pt x="4775" y="774"/>
                  </a:cubicBezTo>
                  <a:cubicBezTo>
                    <a:pt x="4858" y="774"/>
                    <a:pt x="4929" y="703"/>
                    <a:pt x="4929" y="607"/>
                  </a:cubicBezTo>
                  <a:cubicBezTo>
                    <a:pt x="4929" y="524"/>
                    <a:pt x="4858" y="453"/>
                    <a:pt x="4775" y="453"/>
                  </a:cubicBezTo>
                  <a:cubicBezTo>
                    <a:pt x="4608" y="453"/>
                    <a:pt x="4548" y="369"/>
                    <a:pt x="4429" y="274"/>
                  </a:cubicBezTo>
                  <a:cubicBezTo>
                    <a:pt x="4310" y="155"/>
                    <a:pt x="4144" y="0"/>
                    <a:pt x="3846" y="0"/>
                  </a:cubicBezTo>
                  <a:cubicBezTo>
                    <a:pt x="3548" y="0"/>
                    <a:pt x="3405" y="155"/>
                    <a:pt x="3263" y="274"/>
                  </a:cubicBezTo>
                  <a:cubicBezTo>
                    <a:pt x="3167" y="369"/>
                    <a:pt x="3084" y="453"/>
                    <a:pt x="2929" y="453"/>
                  </a:cubicBezTo>
                  <a:cubicBezTo>
                    <a:pt x="2762" y="453"/>
                    <a:pt x="2703" y="369"/>
                    <a:pt x="2584" y="274"/>
                  </a:cubicBezTo>
                  <a:cubicBezTo>
                    <a:pt x="2465" y="155"/>
                    <a:pt x="2298" y="0"/>
                    <a:pt x="2000" y="0"/>
                  </a:cubicBezTo>
                  <a:cubicBezTo>
                    <a:pt x="1703" y="0"/>
                    <a:pt x="1560" y="155"/>
                    <a:pt x="1417" y="274"/>
                  </a:cubicBezTo>
                  <a:cubicBezTo>
                    <a:pt x="1322" y="369"/>
                    <a:pt x="1238" y="453"/>
                    <a:pt x="1084" y="453"/>
                  </a:cubicBezTo>
                  <a:cubicBezTo>
                    <a:pt x="917" y="453"/>
                    <a:pt x="857" y="369"/>
                    <a:pt x="738" y="274"/>
                  </a:cubicBezTo>
                  <a:cubicBezTo>
                    <a:pt x="619" y="155"/>
                    <a:pt x="45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1"/>
            <p:cNvSpPr/>
            <p:nvPr/>
          </p:nvSpPr>
          <p:spPr>
            <a:xfrm>
              <a:off x="3618450" y="3921192"/>
              <a:ext cx="127834" cy="24688"/>
            </a:xfrm>
            <a:custGeom>
              <a:rect b="b" l="l" r="r" t="t"/>
              <a:pathLst>
                <a:path extrusionOk="0" h="775" w="4013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55" y="334"/>
                  </a:cubicBezTo>
                  <a:cubicBezTo>
                    <a:pt x="322" y="334"/>
                    <a:pt x="381" y="406"/>
                    <a:pt x="500" y="513"/>
                  </a:cubicBezTo>
                  <a:cubicBezTo>
                    <a:pt x="619" y="632"/>
                    <a:pt x="786" y="775"/>
                    <a:pt x="1084" y="775"/>
                  </a:cubicBezTo>
                  <a:cubicBezTo>
                    <a:pt x="1381" y="775"/>
                    <a:pt x="1524" y="632"/>
                    <a:pt x="1667" y="513"/>
                  </a:cubicBezTo>
                  <a:cubicBezTo>
                    <a:pt x="1762" y="406"/>
                    <a:pt x="1846" y="334"/>
                    <a:pt x="2000" y="334"/>
                  </a:cubicBezTo>
                  <a:cubicBezTo>
                    <a:pt x="2167" y="334"/>
                    <a:pt x="2227" y="406"/>
                    <a:pt x="2346" y="513"/>
                  </a:cubicBezTo>
                  <a:cubicBezTo>
                    <a:pt x="2465" y="632"/>
                    <a:pt x="2631" y="775"/>
                    <a:pt x="2929" y="775"/>
                  </a:cubicBezTo>
                  <a:cubicBezTo>
                    <a:pt x="3227" y="775"/>
                    <a:pt x="3370" y="632"/>
                    <a:pt x="3501" y="513"/>
                  </a:cubicBezTo>
                  <a:cubicBezTo>
                    <a:pt x="3608" y="406"/>
                    <a:pt x="3679" y="334"/>
                    <a:pt x="3846" y="334"/>
                  </a:cubicBezTo>
                  <a:cubicBezTo>
                    <a:pt x="3941" y="334"/>
                    <a:pt x="4013" y="263"/>
                    <a:pt x="4013" y="167"/>
                  </a:cubicBezTo>
                  <a:cubicBezTo>
                    <a:pt x="4013" y="84"/>
                    <a:pt x="3941" y="1"/>
                    <a:pt x="3846" y="1"/>
                  </a:cubicBezTo>
                  <a:cubicBezTo>
                    <a:pt x="3548" y="1"/>
                    <a:pt x="3405" y="156"/>
                    <a:pt x="3263" y="275"/>
                  </a:cubicBezTo>
                  <a:cubicBezTo>
                    <a:pt x="3167" y="382"/>
                    <a:pt x="3084" y="453"/>
                    <a:pt x="2929" y="453"/>
                  </a:cubicBezTo>
                  <a:cubicBezTo>
                    <a:pt x="2762" y="453"/>
                    <a:pt x="2703" y="382"/>
                    <a:pt x="2584" y="275"/>
                  </a:cubicBezTo>
                  <a:cubicBezTo>
                    <a:pt x="2465" y="156"/>
                    <a:pt x="2298" y="1"/>
                    <a:pt x="2000" y="1"/>
                  </a:cubicBezTo>
                  <a:cubicBezTo>
                    <a:pt x="1703" y="1"/>
                    <a:pt x="1560" y="156"/>
                    <a:pt x="1417" y="275"/>
                  </a:cubicBezTo>
                  <a:cubicBezTo>
                    <a:pt x="1322" y="382"/>
                    <a:pt x="1238" y="453"/>
                    <a:pt x="1084" y="453"/>
                  </a:cubicBezTo>
                  <a:cubicBezTo>
                    <a:pt x="917" y="453"/>
                    <a:pt x="857" y="382"/>
                    <a:pt x="738" y="275"/>
                  </a:cubicBezTo>
                  <a:cubicBezTo>
                    <a:pt x="619" y="156"/>
                    <a:pt x="45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1"/>
            <p:cNvSpPr/>
            <p:nvPr/>
          </p:nvSpPr>
          <p:spPr>
            <a:xfrm>
              <a:off x="3617304" y="3962922"/>
              <a:ext cx="98655" cy="24688"/>
            </a:xfrm>
            <a:custGeom>
              <a:rect b="b" l="l" r="r" t="t"/>
              <a:pathLst>
                <a:path extrusionOk="0" h="775" w="3097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334" y="334"/>
                    <a:pt x="393" y="405"/>
                    <a:pt x="512" y="512"/>
                  </a:cubicBezTo>
                  <a:cubicBezTo>
                    <a:pt x="632" y="632"/>
                    <a:pt x="786" y="774"/>
                    <a:pt x="1084" y="774"/>
                  </a:cubicBezTo>
                  <a:cubicBezTo>
                    <a:pt x="1382" y="774"/>
                    <a:pt x="1536" y="632"/>
                    <a:pt x="1667" y="512"/>
                  </a:cubicBezTo>
                  <a:cubicBezTo>
                    <a:pt x="1775" y="405"/>
                    <a:pt x="1846" y="334"/>
                    <a:pt x="2013" y="334"/>
                  </a:cubicBezTo>
                  <a:cubicBezTo>
                    <a:pt x="2179" y="334"/>
                    <a:pt x="2239" y="405"/>
                    <a:pt x="2358" y="512"/>
                  </a:cubicBezTo>
                  <a:cubicBezTo>
                    <a:pt x="2477" y="632"/>
                    <a:pt x="2632" y="774"/>
                    <a:pt x="2929" y="774"/>
                  </a:cubicBezTo>
                  <a:cubicBezTo>
                    <a:pt x="3025" y="774"/>
                    <a:pt x="3096" y="703"/>
                    <a:pt x="3096" y="620"/>
                  </a:cubicBezTo>
                  <a:cubicBezTo>
                    <a:pt x="3096" y="524"/>
                    <a:pt x="3025" y="453"/>
                    <a:pt x="2929" y="453"/>
                  </a:cubicBezTo>
                  <a:cubicBezTo>
                    <a:pt x="2775" y="441"/>
                    <a:pt x="2691" y="381"/>
                    <a:pt x="2596" y="274"/>
                  </a:cubicBezTo>
                  <a:cubicBezTo>
                    <a:pt x="2477" y="155"/>
                    <a:pt x="2310" y="0"/>
                    <a:pt x="2013" y="0"/>
                  </a:cubicBezTo>
                  <a:cubicBezTo>
                    <a:pt x="1715" y="0"/>
                    <a:pt x="1560" y="155"/>
                    <a:pt x="1429" y="274"/>
                  </a:cubicBezTo>
                  <a:cubicBezTo>
                    <a:pt x="1322" y="381"/>
                    <a:pt x="1251" y="453"/>
                    <a:pt x="1084" y="453"/>
                  </a:cubicBezTo>
                  <a:cubicBezTo>
                    <a:pt x="929" y="453"/>
                    <a:pt x="870" y="381"/>
                    <a:pt x="751" y="274"/>
                  </a:cubicBezTo>
                  <a:cubicBezTo>
                    <a:pt x="632" y="155"/>
                    <a:pt x="465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4" name="Google Shape;1404;p31"/>
          <p:cNvSpPr/>
          <p:nvPr/>
        </p:nvSpPr>
        <p:spPr>
          <a:xfrm>
            <a:off x="7057829" y="1720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5" name="Google Shape;1405;p31"/>
          <p:cNvSpPr/>
          <p:nvPr/>
        </p:nvSpPr>
        <p:spPr>
          <a:xfrm>
            <a:off x="4287179" y="35045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6" name="Google Shape;1406;p31"/>
          <p:cNvSpPr/>
          <p:nvPr/>
        </p:nvSpPr>
        <p:spPr>
          <a:xfrm>
            <a:off x="6100629" y="35198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7" name="Google Shape;1407;p31"/>
          <p:cNvSpPr/>
          <p:nvPr/>
        </p:nvSpPr>
        <p:spPr>
          <a:xfrm>
            <a:off x="7157928" y="1822842"/>
            <a:ext cx="381209" cy="312466"/>
          </a:xfrm>
          <a:custGeom>
            <a:rect b="b" l="l" r="r" t="t"/>
            <a:pathLst>
              <a:path extrusionOk="0" h="9809" w="11967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31"/>
          <p:cNvSpPr/>
          <p:nvPr/>
        </p:nvSpPr>
        <p:spPr>
          <a:xfrm>
            <a:off x="4395057" y="3574674"/>
            <a:ext cx="365632" cy="363561"/>
          </a:xfrm>
          <a:custGeom>
            <a:rect b="b" l="l" r="r" t="t"/>
            <a:pathLst>
              <a:path extrusionOk="0" h="11413" w="11478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9" name="Google Shape;1409;p31"/>
          <p:cNvGrpSpPr/>
          <p:nvPr/>
        </p:nvGrpSpPr>
        <p:grpSpPr>
          <a:xfrm>
            <a:off x="6191416" y="3618512"/>
            <a:ext cx="399812" cy="306477"/>
            <a:chOff x="2567841" y="1994124"/>
            <a:chExt cx="399812" cy="306477"/>
          </a:xfrm>
        </p:grpSpPr>
        <p:sp>
          <p:nvSpPr>
            <p:cNvPr id="1410" name="Google Shape;1410;p31"/>
            <p:cNvSpPr/>
            <p:nvPr/>
          </p:nvSpPr>
          <p:spPr>
            <a:xfrm>
              <a:off x="2567841" y="1994124"/>
              <a:ext cx="399812" cy="306477"/>
            </a:xfrm>
            <a:custGeom>
              <a:rect b="b" l="l" r="r" t="t"/>
              <a:pathLst>
                <a:path extrusionOk="0" h="9621" w="12551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1"/>
            <p:cNvSpPr/>
            <p:nvPr/>
          </p:nvSpPr>
          <p:spPr>
            <a:xfrm>
              <a:off x="2623237" y="2113963"/>
              <a:ext cx="287523" cy="77025"/>
            </a:xfrm>
            <a:custGeom>
              <a:rect b="b" l="l" r="r" t="t"/>
              <a:pathLst>
                <a:path extrusionOk="0" h="2418" w="9026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1"/>
            <p:cNvSpPr/>
            <p:nvPr/>
          </p:nvSpPr>
          <p:spPr>
            <a:xfrm>
              <a:off x="2623237" y="2017251"/>
              <a:ext cx="287523" cy="77025"/>
            </a:xfrm>
            <a:custGeom>
              <a:rect b="b" l="l" r="r" t="t"/>
              <a:pathLst>
                <a:path extrusionOk="0" h="2418" w="9026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3" name="Google Shape;1413;p31"/>
          <p:cNvSpPr/>
          <p:nvPr/>
        </p:nvSpPr>
        <p:spPr>
          <a:xfrm>
            <a:off x="2547179" y="35045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14" name="Google Shape;1414;p31"/>
          <p:cNvGrpSpPr/>
          <p:nvPr/>
        </p:nvGrpSpPr>
        <p:grpSpPr>
          <a:xfrm>
            <a:off x="2662799" y="3581731"/>
            <a:ext cx="350166" cy="349434"/>
            <a:chOff x="3541011" y="1508594"/>
            <a:chExt cx="350166" cy="349434"/>
          </a:xfrm>
        </p:grpSpPr>
        <p:sp>
          <p:nvSpPr>
            <p:cNvPr id="1415" name="Google Shape;1415;p31"/>
            <p:cNvSpPr/>
            <p:nvPr/>
          </p:nvSpPr>
          <p:spPr>
            <a:xfrm>
              <a:off x="3600879" y="1568270"/>
              <a:ext cx="230049" cy="289758"/>
            </a:xfrm>
            <a:custGeom>
              <a:rect b="b" l="l" r="r" t="t"/>
              <a:pathLst>
                <a:path extrusionOk="0" h="9104" w="7228">
                  <a:moveTo>
                    <a:pt x="3810" y="3781"/>
                  </a:moveTo>
                  <a:cubicBezTo>
                    <a:pt x="4001" y="3781"/>
                    <a:pt x="4156" y="3936"/>
                    <a:pt x="4156" y="4138"/>
                  </a:cubicBezTo>
                  <a:lnTo>
                    <a:pt x="4156" y="4472"/>
                  </a:lnTo>
                  <a:cubicBezTo>
                    <a:pt x="4144" y="4757"/>
                    <a:pt x="3906" y="4995"/>
                    <a:pt x="3632" y="4995"/>
                  </a:cubicBezTo>
                  <a:cubicBezTo>
                    <a:pt x="3334" y="4995"/>
                    <a:pt x="3108" y="4757"/>
                    <a:pt x="3108" y="4472"/>
                  </a:cubicBezTo>
                  <a:lnTo>
                    <a:pt x="3108" y="4138"/>
                  </a:lnTo>
                  <a:cubicBezTo>
                    <a:pt x="3108" y="3936"/>
                    <a:pt x="3275" y="3781"/>
                    <a:pt x="3465" y="3781"/>
                  </a:cubicBezTo>
                  <a:close/>
                  <a:moveTo>
                    <a:pt x="3787" y="5329"/>
                  </a:moveTo>
                  <a:lnTo>
                    <a:pt x="3787" y="5400"/>
                  </a:lnTo>
                  <a:cubicBezTo>
                    <a:pt x="3810" y="5460"/>
                    <a:pt x="3822" y="5519"/>
                    <a:pt x="3846" y="5567"/>
                  </a:cubicBezTo>
                  <a:lnTo>
                    <a:pt x="3632" y="5781"/>
                  </a:lnTo>
                  <a:lnTo>
                    <a:pt x="3596" y="5781"/>
                  </a:lnTo>
                  <a:lnTo>
                    <a:pt x="3370" y="5567"/>
                  </a:lnTo>
                  <a:cubicBezTo>
                    <a:pt x="3406" y="5519"/>
                    <a:pt x="3417" y="5460"/>
                    <a:pt x="3417" y="5400"/>
                  </a:cubicBezTo>
                  <a:lnTo>
                    <a:pt x="3417" y="5329"/>
                  </a:lnTo>
                  <a:close/>
                  <a:moveTo>
                    <a:pt x="3617" y="361"/>
                  </a:moveTo>
                  <a:cubicBezTo>
                    <a:pt x="4471" y="361"/>
                    <a:pt x="5286" y="670"/>
                    <a:pt x="5918" y="1257"/>
                  </a:cubicBezTo>
                  <a:cubicBezTo>
                    <a:pt x="6573" y="1888"/>
                    <a:pt x="6942" y="2733"/>
                    <a:pt x="6942" y="3638"/>
                  </a:cubicBezTo>
                  <a:cubicBezTo>
                    <a:pt x="6906" y="4281"/>
                    <a:pt x="6692" y="4936"/>
                    <a:pt x="6323" y="5484"/>
                  </a:cubicBezTo>
                  <a:cubicBezTo>
                    <a:pt x="5953" y="6019"/>
                    <a:pt x="5430" y="6436"/>
                    <a:pt x="4822" y="6674"/>
                  </a:cubicBezTo>
                  <a:cubicBezTo>
                    <a:pt x="4620" y="6758"/>
                    <a:pt x="4501" y="6948"/>
                    <a:pt x="4501" y="7139"/>
                  </a:cubicBezTo>
                  <a:lnTo>
                    <a:pt x="4501" y="7591"/>
                  </a:lnTo>
                  <a:cubicBezTo>
                    <a:pt x="4501" y="7662"/>
                    <a:pt x="4489" y="7722"/>
                    <a:pt x="4441" y="7781"/>
                  </a:cubicBezTo>
                  <a:lnTo>
                    <a:pt x="4287" y="8032"/>
                  </a:lnTo>
                  <a:cubicBezTo>
                    <a:pt x="4263" y="8043"/>
                    <a:pt x="4251" y="8079"/>
                    <a:pt x="4251" y="8091"/>
                  </a:cubicBezTo>
                  <a:lnTo>
                    <a:pt x="3025" y="8091"/>
                  </a:lnTo>
                  <a:cubicBezTo>
                    <a:pt x="3013" y="8079"/>
                    <a:pt x="3013" y="8043"/>
                    <a:pt x="3001" y="8032"/>
                  </a:cubicBezTo>
                  <a:lnTo>
                    <a:pt x="2834" y="7781"/>
                  </a:lnTo>
                  <a:cubicBezTo>
                    <a:pt x="2786" y="7722"/>
                    <a:pt x="2775" y="7651"/>
                    <a:pt x="2775" y="7591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7" y="5769"/>
                  </a:lnTo>
                  <a:lnTo>
                    <a:pt x="3417" y="6019"/>
                  </a:lnTo>
                  <a:cubicBezTo>
                    <a:pt x="3477" y="6079"/>
                    <a:pt x="3560" y="6127"/>
                    <a:pt x="3656" y="6127"/>
                  </a:cubicBezTo>
                  <a:cubicBezTo>
                    <a:pt x="3751" y="6127"/>
                    <a:pt x="3834" y="6103"/>
                    <a:pt x="3894" y="6019"/>
                  </a:cubicBezTo>
                  <a:lnTo>
                    <a:pt x="4144" y="5769"/>
                  </a:lnTo>
                  <a:lnTo>
                    <a:pt x="4429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3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63" y="5698"/>
                    <a:pt x="4584" y="5626"/>
                  </a:cubicBezTo>
                  <a:lnTo>
                    <a:pt x="4179" y="5412"/>
                  </a:lnTo>
                  <a:lnTo>
                    <a:pt x="4179" y="5400"/>
                  </a:lnTo>
                  <a:lnTo>
                    <a:pt x="4179" y="5162"/>
                  </a:lnTo>
                  <a:cubicBezTo>
                    <a:pt x="4382" y="5007"/>
                    <a:pt x="4525" y="4757"/>
                    <a:pt x="4525" y="4472"/>
                  </a:cubicBezTo>
                  <a:lnTo>
                    <a:pt x="4525" y="4138"/>
                  </a:lnTo>
                  <a:cubicBezTo>
                    <a:pt x="4525" y="3757"/>
                    <a:pt x="4227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38"/>
                  </a:cubicBezTo>
                  <a:lnTo>
                    <a:pt x="2810" y="4472"/>
                  </a:lnTo>
                  <a:cubicBezTo>
                    <a:pt x="2810" y="4757"/>
                    <a:pt x="2941" y="4995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26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60"/>
                    <a:pt x="1381" y="6055"/>
                    <a:pt x="1012" y="5567"/>
                  </a:cubicBezTo>
                  <a:cubicBezTo>
                    <a:pt x="572" y="4984"/>
                    <a:pt x="369" y="4281"/>
                    <a:pt x="381" y="3567"/>
                  </a:cubicBezTo>
                  <a:cubicBezTo>
                    <a:pt x="393" y="2745"/>
                    <a:pt x="727" y="1959"/>
                    <a:pt x="1310" y="1364"/>
                  </a:cubicBezTo>
                  <a:cubicBezTo>
                    <a:pt x="1882" y="769"/>
                    <a:pt x="2655" y="412"/>
                    <a:pt x="3477" y="364"/>
                  </a:cubicBezTo>
                  <a:cubicBezTo>
                    <a:pt x="3524" y="362"/>
                    <a:pt x="3571" y="361"/>
                    <a:pt x="3617" y="361"/>
                  </a:cubicBezTo>
                  <a:close/>
                  <a:moveTo>
                    <a:pt x="4144" y="8424"/>
                  </a:moveTo>
                  <a:lnTo>
                    <a:pt x="4144" y="8782"/>
                  </a:lnTo>
                  <a:lnTo>
                    <a:pt x="3108" y="8794"/>
                  </a:lnTo>
                  <a:cubicBezTo>
                    <a:pt x="3108" y="8794"/>
                    <a:pt x="3096" y="8794"/>
                    <a:pt x="3096" y="8782"/>
                  </a:cubicBezTo>
                  <a:lnTo>
                    <a:pt x="3096" y="8424"/>
                  </a:lnTo>
                  <a:close/>
                  <a:moveTo>
                    <a:pt x="3635" y="0"/>
                  </a:moveTo>
                  <a:cubicBezTo>
                    <a:pt x="3563" y="0"/>
                    <a:pt x="3490" y="2"/>
                    <a:pt x="3417" y="7"/>
                  </a:cubicBezTo>
                  <a:cubicBezTo>
                    <a:pt x="2513" y="54"/>
                    <a:pt x="1667" y="435"/>
                    <a:pt x="1024" y="1114"/>
                  </a:cubicBezTo>
                  <a:cubicBezTo>
                    <a:pt x="381" y="1769"/>
                    <a:pt x="24" y="2626"/>
                    <a:pt x="12" y="3531"/>
                  </a:cubicBezTo>
                  <a:cubicBezTo>
                    <a:pt x="0" y="4341"/>
                    <a:pt x="238" y="5103"/>
                    <a:pt x="691" y="5734"/>
                  </a:cubicBezTo>
                  <a:cubicBezTo>
                    <a:pt x="1131" y="6317"/>
                    <a:pt x="1739" y="6781"/>
                    <a:pt x="2405" y="7019"/>
                  </a:cubicBezTo>
                  <a:lnTo>
                    <a:pt x="2405" y="7603"/>
                  </a:lnTo>
                  <a:cubicBezTo>
                    <a:pt x="2405" y="7734"/>
                    <a:pt x="2453" y="7865"/>
                    <a:pt x="2524" y="7972"/>
                  </a:cubicBezTo>
                  <a:lnTo>
                    <a:pt x="2691" y="8222"/>
                  </a:lnTo>
                  <a:cubicBezTo>
                    <a:pt x="2739" y="8282"/>
                    <a:pt x="2751" y="8353"/>
                    <a:pt x="2751" y="8413"/>
                  </a:cubicBezTo>
                  <a:lnTo>
                    <a:pt x="2751" y="8770"/>
                  </a:lnTo>
                  <a:cubicBezTo>
                    <a:pt x="2751" y="8948"/>
                    <a:pt x="2894" y="9103"/>
                    <a:pt x="3072" y="9103"/>
                  </a:cubicBezTo>
                  <a:lnTo>
                    <a:pt x="4108" y="9103"/>
                  </a:lnTo>
                  <a:cubicBezTo>
                    <a:pt x="4287" y="9103"/>
                    <a:pt x="4429" y="8948"/>
                    <a:pt x="4429" y="8770"/>
                  </a:cubicBezTo>
                  <a:lnTo>
                    <a:pt x="4429" y="8413"/>
                  </a:lnTo>
                  <a:cubicBezTo>
                    <a:pt x="4429" y="8341"/>
                    <a:pt x="4441" y="8282"/>
                    <a:pt x="4489" y="8222"/>
                  </a:cubicBezTo>
                  <a:lnTo>
                    <a:pt x="4656" y="7972"/>
                  </a:lnTo>
                  <a:cubicBezTo>
                    <a:pt x="4727" y="7865"/>
                    <a:pt x="4775" y="7734"/>
                    <a:pt x="4775" y="7603"/>
                  </a:cubicBezTo>
                  <a:lnTo>
                    <a:pt x="4775" y="7150"/>
                  </a:lnTo>
                  <a:cubicBezTo>
                    <a:pt x="4775" y="7079"/>
                    <a:pt x="4822" y="7008"/>
                    <a:pt x="4894" y="6984"/>
                  </a:cubicBezTo>
                  <a:cubicBezTo>
                    <a:pt x="5561" y="6734"/>
                    <a:pt x="6132" y="6269"/>
                    <a:pt x="6549" y="5698"/>
                  </a:cubicBezTo>
                  <a:cubicBezTo>
                    <a:pt x="6966" y="5079"/>
                    <a:pt x="7180" y="4388"/>
                    <a:pt x="7180" y="3638"/>
                  </a:cubicBezTo>
                  <a:cubicBezTo>
                    <a:pt x="7227" y="2614"/>
                    <a:pt x="6823" y="1674"/>
                    <a:pt x="6096" y="995"/>
                  </a:cubicBezTo>
                  <a:cubicBezTo>
                    <a:pt x="5422" y="354"/>
                    <a:pt x="4564" y="0"/>
                    <a:pt x="3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1"/>
            <p:cNvSpPr/>
            <p:nvPr/>
          </p:nvSpPr>
          <p:spPr>
            <a:xfrm>
              <a:off x="3541011" y="1677980"/>
              <a:ext cx="48919" cy="10630"/>
            </a:xfrm>
            <a:custGeom>
              <a:rect b="b" l="l" r="r" t="t"/>
              <a:pathLst>
                <a:path extrusionOk="0" h="334" w="1537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69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72"/>
                    <a:pt x="1465" y="1"/>
                    <a:pt x="1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1"/>
            <p:cNvSpPr/>
            <p:nvPr/>
          </p:nvSpPr>
          <p:spPr>
            <a:xfrm>
              <a:off x="3842259" y="1677980"/>
              <a:ext cx="48919" cy="10630"/>
            </a:xfrm>
            <a:custGeom>
              <a:rect b="b" l="l" r="r" t="t"/>
              <a:pathLst>
                <a:path extrusionOk="0" h="334" w="1537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72"/>
                    <a:pt x="1465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1"/>
            <p:cNvSpPr/>
            <p:nvPr/>
          </p:nvSpPr>
          <p:spPr>
            <a:xfrm>
              <a:off x="3711161" y="1508594"/>
              <a:ext cx="10248" cy="48537"/>
            </a:xfrm>
            <a:custGeom>
              <a:rect b="b" l="l" r="r" t="t"/>
              <a:pathLst>
                <a:path extrusionOk="0" h="1525" w="322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370"/>
                  </a:lnTo>
                  <a:cubicBezTo>
                    <a:pt x="0" y="1453"/>
                    <a:pt x="72" y="1525"/>
                    <a:pt x="167" y="1525"/>
                  </a:cubicBezTo>
                  <a:cubicBezTo>
                    <a:pt x="250" y="1525"/>
                    <a:pt x="322" y="1453"/>
                    <a:pt x="322" y="1370"/>
                  </a:cubicBezTo>
                  <a:lnTo>
                    <a:pt x="322" y="155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1"/>
            <p:cNvSpPr/>
            <p:nvPr/>
          </p:nvSpPr>
          <p:spPr>
            <a:xfrm>
              <a:off x="3633470" y="1792018"/>
              <a:ext cx="22757" cy="29249"/>
            </a:xfrm>
            <a:custGeom>
              <a:rect b="b" l="l" r="r" t="t"/>
              <a:pathLst>
                <a:path extrusionOk="0" h="919" w="715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1"/>
                    <a:pt x="24" y="859"/>
                    <a:pt x="107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8" y="918"/>
                    <a:pt x="286" y="882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679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1"/>
            <p:cNvSpPr/>
            <p:nvPr/>
          </p:nvSpPr>
          <p:spPr>
            <a:xfrm>
              <a:off x="3775962" y="1545195"/>
              <a:ext cx="22757" cy="28995"/>
            </a:xfrm>
            <a:custGeom>
              <a:rect b="b" l="l" r="r" t="t"/>
              <a:pathLst>
                <a:path extrusionOk="0" h="911" w="715">
                  <a:moveTo>
                    <a:pt x="534" y="1"/>
                  </a:moveTo>
                  <a:cubicBezTo>
                    <a:pt x="476" y="1"/>
                    <a:pt x="418" y="28"/>
                    <a:pt x="393" y="77"/>
                  </a:cubicBezTo>
                  <a:lnTo>
                    <a:pt x="48" y="672"/>
                  </a:lnTo>
                  <a:cubicBezTo>
                    <a:pt x="0" y="744"/>
                    <a:pt x="36" y="851"/>
                    <a:pt x="107" y="898"/>
                  </a:cubicBezTo>
                  <a:cubicBezTo>
                    <a:pt x="131" y="910"/>
                    <a:pt x="167" y="910"/>
                    <a:pt x="179" y="910"/>
                  </a:cubicBezTo>
                  <a:cubicBezTo>
                    <a:pt x="238" y="910"/>
                    <a:pt x="286" y="887"/>
                    <a:pt x="310" y="839"/>
                  </a:cubicBezTo>
                  <a:lnTo>
                    <a:pt x="655" y="244"/>
                  </a:lnTo>
                  <a:cubicBezTo>
                    <a:pt x="714" y="172"/>
                    <a:pt x="691" y="65"/>
                    <a:pt x="607" y="17"/>
                  </a:cubicBezTo>
                  <a:cubicBezTo>
                    <a:pt x="585" y="6"/>
                    <a:pt x="560" y="1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1"/>
            <p:cNvSpPr/>
            <p:nvPr/>
          </p:nvSpPr>
          <p:spPr>
            <a:xfrm>
              <a:off x="3577390" y="1601498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lnTo>
                    <a:pt x="703" y="642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94"/>
                  </a:cubicBezTo>
                  <a:cubicBezTo>
                    <a:pt x="976" y="499"/>
                    <a:pt x="941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1"/>
            <p:cNvSpPr/>
            <p:nvPr/>
          </p:nvSpPr>
          <p:spPr>
            <a:xfrm>
              <a:off x="3823703" y="1743608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lnTo>
                    <a:pt x="703" y="641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29"/>
                    <a:pt x="917" y="594"/>
                  </a:cubicBezTo>
                  <a:cubicBezTo>
                    <a:pt x="977" y="510"/>
                    <a:pt x="953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1"/>
            <p:cNvSpPr/>
            <p:nvPr/>
          </p:nvSpPr>
          <p:spPr>
            <a:xfrm>
              <a:off x="3775962" y="1792018"/>
              <a:ext cx="22757" cy="29249"/>
            </a:xfrm>
            <a:custGeom>
              <a:rect b="b" l="l" r="r" t="t"/>
              <a:pathLst>
                <a:path extrusionOk="0" h="919" w="715">
                  <a:moveTo>
                    <a:pt x="190" y="1"/>
                  </a:moveTo>
                  <a:cubicBezTo>
                    <a:pt x="160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2"/>
                    <a:pt x="476" y="918"/>
                    <a:pt x="524" y="918"/>
                  </a:cubicBezTo>
                  <a:cubicBezTo>
                    <a:pt x="548" y="918"/>
                    <a:pt x="583" y="918"/>
                    <a:pt x="595" y="894"/>
                  </a:cubicBezTo>
                  <a:cubicBezTo>
                    <a:pt x="691" y="859"/>
                    <a:pt x="714" y="751"/>
                    <a:pt x="667" y="680"/>
                  </a:cubicBezTo>
                  <a:lnTo>
                    <a:pt x="333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1"/>
            <p:cNvSpPr/>
            <p:nvPr/>
          </p:nvSpPr>
          <p:spPr>
            <a:xfrm>
              <a:off x="3633470" y="1545195"/>
              <a:ext cx="22757" cy="28995"/>
            </a:xfrm>
            <a:custGeom>
              <a:rect b="b" l="l" r="r" t="t"/>
              <a:pathLst>
                <a:path extrusionOk="0" h="911" w="715">
                  <a:moveTo>
                    <a:pt x="181" y="1"/>
                  </a:moveTo>
                  <a:cubicBezTo>
                    <a:pt x="155" y="1"/>
                    <a:pt x="130" y="6"/>
                    <a:pt x="107" y="17"/>
                  </a:cubicBezTo>
                  <a:cubicBezTo>
                    <a:pt x="24" y="65"/>
                    <a:pt x="0" y="172"/>
                    <a:pt x="48" y="244"/>
                  </a:cubicBezTo>
                  <a:lnTo>
                    <a:pt x="381" y="839"/>
                  </a:lnTo>
                  <a:cubicBezTo>
                    <a:pt x="417" y="887"/>
                    <a:pt x="477" y="910"/>
                    <a:pt x="524" y="910"/>
                  </a:cubicBezTo>
                  <a:cubicBezTo>
                    <a:pt x="548" y="910"/>
                    <a:pt x="584" y="910"/>
                    <a:pt x="596" y="898"/>
                  </a:cubicBezTo>
                  <a:cubicBezTo>
                    <a:pt x="679" y="851"/>
                    <a:pt x="715" y="744"/>
                    <a:pt x="667" y="672"/>
                  </a:cubicBezTo>
                  <a:lnTo>
                    <a:pt x="322" y="77"/>
                  </a:lnTo>
                  <a:cubicBezTo>
                    <a:pt x="297" y="28"/>
                    <a:pt x="238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1"/>
            <p:cNvSpPr/>
            <p:nvPr/>
          </p:nvSpPr>
          <p:spPr>
            <a:xfrm>
              <a:off x="3823703" y="1601498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1"/>
                    <a:pt x="48" y="594"/>
                  </a:cubicBezTo>
                  <a:cubicBezTo>
                    <a:pt x="84" y="630"/>
                    <a:pt x="143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53" y="249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1"/>
            <p:cNvSpPr/>
            <p:nvPr/>
          </p:nvSpPr>
          <p:spPr>
            <a:xfrm>
              <a:off x="3577390" y="1743608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43" y="665"/>
                    <a:pt x="179" y="665"/>
                  </a:cubicBezTo>
                  <a:cubicBezTo>
                    <a:pt x="214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41" y="260"/>
                    <a:pt x="976" y="153"/>
                    <a:pt x="929" y="82"/>
                  </a:cubicBezTo>
                  <a:cubicBezTo>
                    <a:pt x="896" y="33"/>
                    <a:pt x="835" y="1"/>
                    <a:pt x="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1"/>
            <p:cNvSpPr/>
            <p:nvPr/>
          </p:nvSpPr>
          <p:spPr>
            <a:xfrm>
              <a:off x="3732358" y="1593032"/>
              <a:ext cx="71294" cy="62255"/>
            </a:xfrm>
            <a:custGeom>
              <a:rect b="b" l="l" r="r" t="t"/>
              <a:pathLst>
                <a:path extrusionOk="0" h="1956" w="2240">
                  <a:moveTo>
                    <a:pt x="186" y="1"/>
                  </a:moveTo>
                  <a:cubicBezTo>
                    <a:pt x="103" y="1"/>
                    <a:pt x="34" y="47"/>
                    <a:pt x="13" y="122"/>
                  </a:cubicBezTo>
                  <a:cubicBezTo>
                    <a:pt x="1" y="217"/>
                    <a:pt x="48" y="300"/>
                    <a:pt x="132" y="324"/>
                  </a:cubicBezTo>
                  <a:cubicBezTo>
                    <a:pt x="930" y="527"/>
                    <a:pt x="1584" y="1098"/>
                    <a:pt x="1894" y="1848"/>
                  </a:cubicBezTo>
                  <a:cubicBezTo>
                    <a:pt x="1918" y="1908"/>
                    <a:pt x="1977" y="1955"/>
                    <a:pt x="2037" y="1955"/>
                  </a:cubicBezTo>
                  <a:cubicBezTo>
                    <a:pt x="2061" y="1955"/>
                    <a:pt x="2084" y="1955"/>
                    <a:pt x="2096" y="1943"/>
                  </a:cubicBezTo>
                  <a:cubicBezTo>
                    <a:pt x="2192" y="1908"/>
                    <a:pt x="2239" y="1824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5" y="1"/>
                    <a:pt x="196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28" name="Google Shape;1428;p31"/>
          <p:cNvCxnSpPr/>
          <p:nvPr/>
        </p:nvCxnSpPr>
        <p:spPr>
          <a:xfrm>
            <a:off x="5862467" y="1945344"/>
            <a:ext cx="116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429" name="Google Shape;1429;p31"/>
          <p:cNvCxnSpPr>
            <a:stCxn id="1430" idx="2"/>
          </p:cNvCxnSpPr>
          <p:nvPr/>
        </p:nvCxnSpPr>
        <p:spPr>
          <a:xfrm flipH="1">
            <a:off x="6429850" y="2768950"/>
            <a:ext cx="913500" cy="74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431" name="Google Shape;1431;p31"/>
          <p:cNvCxnSpPr/>
          <p:nvPr/>
        </p:nvCxnSpPr>
        <p:spPr>
          <a:xfrm rot="10800000">
            <a:off x="4874467" y="3763694"/>
            <a:ext cx="12144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432" name="Google Shape;1432;p31"/>
          <p:cNvCxnSpPr>
            <a:stCxn id="1433" idx="3"/>
          </p:cNvCxnSpPr>
          <p:nvPr/>
        </p:nvCxnSpPr>
        <p:spPr>
          <a:xfrm rot="10800000">
            <a:off x="3129004" y="3763644"/>
            <a:ext cx="11523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1434" name="Google Shape;1434;p31"/>
          <p:cNvSpPr txBox="1"/>
          <p:nvPr/>
        </p:nvSpPr>
        <p:spPr>
          <a:xfrm>
            <a:off x="1570688" y="2224700"/>
            <a:ext cx="94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Doğru soruları sor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35" name="Google Shape;1435;p31"/>
          <p:cNvSpPr txBox="1"/>
          <p:nvPr/>
        </p:nvSpPr>
        <p:spPr>
          <a:xfrm>
            <a:off x="3267800" y="2233750"/>
            <a:ext cx="94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Veri ihtiyaçlarını belirle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36" name="Google Shape;1436;p31"/>
          <p:cNvSpPr txBox="1"/>
          <p:nvPr/>
        </p:nvSpPr>
        <p:spPr>
          <a:xfrm>
            <a:off x="5068650" y="2233750"/>
            <a:ext cx="94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Analiz türünü seç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30" name="Google Shape;1430;p31"/>
          <p:cNvSpPr txBox="1"/>
          <p:nvPr/>
        </p:nvSpPr>
        <p:spPr>
          <a:xfrm>
            <a:off x="6869500" y="2233750"/>
            <a:ext cx="94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Veriyi keşfet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37" name="Google Shape;1437;p31"/>
          <p:cNvSpPr txBox="1"/>
          <p:nvPr/>
        </p:nvSpPr>
        <p:spPr>
          <a:xfrm>
            <a:off x="5917475" y="4026600"/>
            <a:ext cx="94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Veriyi temizle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38" name="Google Shape;1438;p31"/>
          <p:cNvSpPr txBox="1"/>
          <p:nvPr/>
        </p:nvSpPr>
        <p:spPr>
          <a:xfrm>
            <a:off x="4098150" y="4026600"/>
            <a:ext cx="94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İçgörüleri özetle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39" name="Google Shape;1439;p31"/>
          <p:cNvSpPr txBox="1"/>
          <p:nvPr/>
        </p:nvSpPr>
        <p:spPr>
          <a:xfrm>
            <a:off x="2364038" y="4026600"/>
            <a:ext cx="94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Görselleştir ve sun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Tablolar</a:t>
            </a:r>
            <a:endParaRPr/>
          </a:p>
        </p:txBody>
      </p:sp>
      <p:sp>
        <p:nvSpPr>
          <p:cNvPr id="1445" name="Google Shape;1445;p32"/>
          <p:cNvSpPr/>
          <p:nvPr/>
        </p:nvSpPr>
        <p:spPr>
          <a:xfrm>
            <a:off x="3423717" y="1268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6" name="Google Shape;1446;p32"/>
          <p:cNvSpPr/>
          <p:nvPr/>
        </p:nvSpPr>
        <p:spPr>
          <a:xfrm>
            <a:off x="4225267" y="1268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7" name="Google Shape;1447;p32"/>
          <p:cNvSpPr/>
          <p:nvPr/>
        </p:nvSpPr>
        <p:spPr>
          <a:xfrm>
            <a:off x="3423717" y="1976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8" name="Google Shape;1448;p32"/>
          <p:cNvSpPr/>
          <p:nvPr/>
        </p:nvSpPr>
        <p:spPr>
          <a:xfrm>
            <a:off x="4225267" y="1976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9" name="Google Shape;1449;p32"/>
          <p:cNvSpPr/>
          <p:nvPr/>
        </p:nvSpPr>
        <p:spPr>
          <a:xfrm>
            <a:off x="3423717" y="2684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0" name="Google Shape;1450;p32"/>
          <p:cNvSpPr/>
          <p:nvPr/>
        </p:nvSpPr>
        <p:spPr>
          <a:xfrm>
            <a:off x="4225267" y="2684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1" name="Google Shape;1451;p32"/>
          <p:cNvSpPr/>
          <p:nvPr/>
        </p:nvSpPr>
        <p:spPr>
          <a:xfrm>
            <a:off x="3423717" y="3392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2" name="Google Shape;1452;p32"/>
          <p:cNvSpPr/>
          <p:nvPr/>
        </p:nvSpPr>
        <p:spPr>
          <a:xfrm>
            <a:off x="4225267" y="3392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3" name="Google Shape;1453;p32"/>
          <p:cNvSpPr/>
          <p:nvPr/>
        </p:nvSpPr>
        <p:spPr>
          <a:xfrm>
            <a:off x="3423717" y="4100994"/>
            <a:ext cx="581400" cy="5037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4" name="Google Shape;1454;p32"/>
          <p:cNvSpPr txBox="1"/>
          <p:nvPr/>
        </p:nvSpPr>
        <p:spPr>
          <a:xfrm>
            <a:off x="1762325" y="1320750"/>
            <a:ext cx="16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Customers Dataset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55" name="Google Shape;1455;p32"/>
          <p:cNvSpPr txBox="1"/>
          <p:nvPr/>
        </p:nvSpPr>
        <p:spPr>
          <a:xfrm>
            <a:off x="1637975" y="2023975"/>
            <a:ext cx="17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Geolocation Dataset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56" name="Google Shape;1456;p32"/>
          <p:cNvSpPr txBox="1"/>
          <p:nvPr/>
        </p:nvSpPr>
        <p:spPr>
          <a:xfrm>
            <a:off x="1693000" y="2736750"/>
            <a:ext cx="170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Order Items Dataset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57" name="Google Shape;1457;p32"/>
          <p:cNvSpPr txBox="1"/>
          <p:nvPr/>
        </p:nvSpPr>
        <p:spPr>
          <a:xfrm>
            <a:off x="1389425" y="3444750"/>
            <a:ext cx="203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Order Payments Dataset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58" name="Google Shape;1458;p32"/>
          <p:cNvSpPr txBox="1"/>
          <p:nvPr/>
        </p:nvSpPr>
        <p:spPr>
          <a:xfrm>
            <a:off x="1497875" y="4152750"/>
            <a:ext cx="18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Order Reviews Dataset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59" name="Google Shape;1459;p32"/>
          <p:cNvSpPr txBox="1"/>
          <p:nvPr/>
        </p:nvSpPr>
        <p:spPr>
          <a:xfrm>
            <a:off x="4945000" y="1297550"/>
            <a:ext cx="14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Orders Dataset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60" name="Google Shape;1460;p32"/>
          <p:cNvSpPr txBox="1"/>
          <p:nvPr/>
        </p:nvSpPr>
        <p:spPr>
          <a:xfrm>
            <a:off x="4945000" y="2023975"/>
            <a:ext cx="170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Products Dataset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61" name="Google Shape;1461;p32"/>
          <p:cNvSpPr txBox="1"/>
          <p:nvPr/>
        </p:nvSpPr>
        <p:spPr>
          <a:xfrm>
            <a:off x="4988500" y="2736750"/>
            <a:ext cx="133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Sellers Dataset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62" name="Google Shape;1462;p32"/>
          <p:cNvSpPr txBox="1"/>
          <p:nvPr/>
        </p:nvSpPr>
        <p:spPr>
          <a:xfrm>
            <a:off x="4988500" y="3430425"/>
            <a:ext cx="223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Category Name Translation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1463" name="Google Shape;1463;p32"/>
          <p:cNvGrpSpPr/>
          <p:nvPr/>
        </p:nvGrpSpPr>
        <p:grpSpPr>
          <a:xfrm>
            <a:off x="3534251" y="4181125"/>
            <a:ext cx="360356" cy="343462"/>
            <a:chOff x="6870193" y="2295620"/>
            <a:chExt cx="360356" cy="343462"/>
          </a:xfrm>
        </p:grpSpPr>
        <p:sp>
          <p:nvSpPr>
            <p:cNvPr id="1464" name="Google Shape;1464;p32"/>
            <p:cNvSpPr/>
            <p:nvPr/>
          </p:nvSpPr>
          <p:spPr>
            <a:xfrm>
              <a:off x="6870193" y="2295620"/>
              <a:ext cx="360356" cy="343462"/>
            </a:xfrm>
            <a:custGeom>
              <a:rect b="b" l="l" r="r" t="t"/>
              <a:pathLst>
                <a:path extrusionOk="0" h="10816" w="11348">
                  <a:moveTo>
                    <a:pt x="6027" y="0"/>
                  </a:moveTo>
                  <a:cubicBezTo>
                    <a:pt x="5700" y="0"/>
                    <a:pt x="5448" y="70"/>
                    <a:pt x="5430" y="76"/>
                  </a:cubicBezTo>
                  <a:cubicBezTo>
                    <a:pt x="5358" y="112"/>
                    <a:pt x="5299" y="172"/>
                    <a:pt x="5299" y="255"/>
                  </a:cubicBezTo>
                  <a:lnTo>
                    <a:pt x="5299" y="2731"/>
                  </a:lnTo>
                  <a:lnTo>
                    <a:pt x="3501" y="5017"/>
                  </a:lnTo>
                  <a:cubicBezTo>
                    <a:pt x="3441" y="4767"/>
                    <a:pt x="3215" y="4577"/>
                    <a:pt x="2929" y="4577"/>
                  </a:cubicBezTo>
                  <a:lnTo>
                    <a:pt x="584" y="4577"/>
                  </a:lnTo>
                  <a:cubicBezTo>
                    <a:pt x="274" y="4577"/>
                    <a:pt x="1" y="4827"/>
                    <a:pt x="1" y="5160"/>
                  </a:cubicBezTo>
                  <a:lnTo>
                    <a:pt x="1" y="5732"/>
                  </a:lnTo>
                  <a:cubicBezTo>
                    <a:pt x="1" y="5839"/>
                    <a:pt x="96" y="5910"/>
                    <a:pt x="179" y="5910"/>
                  </a:cubicBezTo>
                  <a:cubicBezTo>
                    <a:pt x="274" y="5910"/>
                    <a:pt x="358" y="5827"/>
                    <a:pt x="358" y="5732"/>
                  </a:cubicBezTo>
                  <a:lnTo>
                    <a:pt x="358" y="5160"/>
                  </a:lnTo>
                  <a:cubicBezTo>
                    <a:pt x="358" y="5041"/>
                    <a:pt x="453" y="4946"/>
                    <a:pt x="572" y="4946"/>
                  </a:cubicBezTo>
                  <a:lnTo>
                    <a:pt x="2918" y="4946"/>
                  </a:lnTo>
                  <a:cubicBezTo>
                    <a:pt x="3037" y="4946"/>
                    <a:pt x="3132" y="5041"/>
                    <a:pt x="3132" y="5160"/>
                  </a:cubicBezTo>
                  <a:lnTo>
                    <a:pt x="3132" y="10232"/>
                  </a:lnTo>
                  <a:cubicBezTo>
                    <a:pt x="3132" y="10351"/>
                    <a:pt x="3037" y="10435"/>
                    <a:pt x="2918" y="10435"/>
                  </a:cubicBezTo>
                  <a:lnTo>
                    <a:pt x="572" y="10435"/>
                  </a:lnTo>
                  <a:cubicBezTo>
                    <a:pt x="453" y="10435"/>
                    <a:pt x="358" y="10351"/>
                    <a:pt x="358" y="10232"/>
                  </a:cubicBezTo>
                  <a:lnTo>
                    <a:pt x="358" y="6506"/>
                  </a:lnTo>
                  <a:cubicBezTo>
                    <a:pt x="358" y="6410"/>
                    <a:pt x="274" y="6327"/>
                    <a:pt x="179" y="6327"/>
                  </a:cubicBezTo>
                  <a:cubicBezTo>
                    <a:pt x="72" y="6327"/>
                    <a:pt x="1" y="6422"/>
                    <a:pt x="1" y="6506"/>
                  </a:cubicBezTo>
                  <a:lnTo>
                    <a:pt x="1" y="10232"/>
                  </a:lnTo>
                  <a:cubicBezTo>
                    <a:pt x="1" y="10542"/>
                    <a:pt x="251" y="10816"/>
                    <a:pt x="584" y="10816"/>
                  </a:cubicBezTo>
                  <a:lnTo>
                    <a:pt x="2929" y="10816"/>
                  </a:lnTo>
                  <a:cubicBezTo>
                    <a:pt x="3251" y="10816"/>
                    <a:pt x="3513" y="10554"/>
                    <a:pt x="3513" y="10232"/>
                  </a:cubicBezTo>
                  <a:lnTo>
                    <a:pt x="3513" y="9744"/>
                  </a:lnTo>
                  <a:lnTo>
                    <a:pt x="4418" y="10185"/>
                  </a:lnTo>
                  <a:cubicBezTo>
                    <a:pt x="4453" y="10197"/>
                    <a:pt x="4477" y="10197"/>
                    <a:pt x="4513" y="10197"/>
                  </a:cubicBezTo>
                  <a:lnTo>
                    <a:pt x="8025" y="10197"/>
                  </a:lnTo>
                  <a:cubicBezTo>
                    <a:pt x="8132" y="10197"/>
                    <a:pt x="8204" y="10113"/>
                    <a:pt x="8204" y="10018"/>
                  </a:cubicBezTo>
                  <a:cubicBezTo>
                    <a:pt x="8204" y="9923"/>
                    <a:pt x="8109" y="9839"/>
                    <a:pt x="8025" y="9839"/>
                  </a:cubicBezTo>
                  <a:lnTo>
                    <a:pt x="4561" y="9839"/>
                  </a:lnTo>
                  <a:lnTo>
                    <a:pt x="3525" y="9327"/>
                  </a:lnTo>
                  <a:lnTo>
                    <a:pt x="3525" y="5589"/>
                  </a:lnTo>
                  <a:lnTo>
                    <a:pt x="5644" y="2910"/>
                  </a:lnTo>
                  <a:cubicBezTo>
                    <a:pt x="5668" y="2874"/>
                    <a:pt x="5692" y="2839"/>
                    <a:pt x="5692" y="2791"/>
                  </a:cubicBezTo>
                  <a:lnTo>
                    <a:pt x="5692" y="398"/>
                  </a:lnTo>
                  <a:cubicBezTo>
                    <a:pt x="5787" y="379"/>
                    <a:pt x="5924" y="358"/>
                    <a:pt x="6080" y="358"/>
                  </a:cubicBezTo>
                  <a:cubicBezTo>
                    <a:pt x="6313" y="358"/>
                    <a:pt x="6587" y="405"/>
                    <a:pt x="6823" y="576"/>
                  </a:cubicBezTo>
                  <a:cubicBezTo>
                    <a:pt x="7132" y="791"/>
                    <a:pt x="7275" y="1207"/>
                    <a:pt x="7275" y="1803"/>
                  </a:cubicBezTo>
                  <a:lnTo>
                    <a:pt x="7275" y="3755"/>
                  </a:lnTo>
                  <a:cubicBezTo>
                    <a:pt x="7275" y="3862"/>
                    <a:pt x="7370" y="3934"/>
                    <a:pt x="7454" y="3934"/>
                  </a:cubicBezTo>
                  <a:lnTo>
                    <a:pt x="10395" y="3934"/>
                  </a:lnTo>
                  <a:cubicBezTo>
                    <a:pt x="10716" y="3934"/>
                    <a:pt x="10990" y="4208"/>
                    <a:pt x="10990" y="4529"/>
                  </a:cubicBezTo>
                  <a:cubicBezTo>
                    <a:pt x="10990" y="4863"/>
                    <a:pt x="10716" y="5125"/>
                    <a:pt x="10395" y="5125"/>
                  </a:cubicBezTo>
                  <a:lnTo>
                    <a:pt x="8823" y="5125"/>
                  </a:lnTo>
                  <a:cubicBezTo>
                    <a:pt x="8728" y="5125"/>
                    <a:pt x="8644" y="5220"/>
                    <a:pt x="8644" y="5303"/>
                  </a:cubicBezTo>
                  <a:cubicBezTo>
                    <a:pt x="8644" y="5410"/>
                    <a:pt x="8740" y="5482"/>
                    <a:pt x="8823" y="5482"/>
                  </a:cubicBezTo>
                  <a:lnTo>
                    <a:pt x="10228" y="5482"/>
                  </a:lnTo>
                  <a:cubicBezTo>
                    <a:pt x="10538" y="5494"/>
                    <a:pt x="10788" y="5767"/>
                    <a:pt x="10788" y="6077"/>
                  </a:cubicBezTo>
                  <a:cubicBezTo>
                    <a:pt x="10788" y="6399"/>
                    <a:pt x="10526" y="6672"/>
                    <a:pt x="10192" y="6672"/>
                  </a:cubicBezTo>
                  <a:lnTo>
                    <a:pt x="8823" y="6672"/>
                  </a:lnTo>
                  <a:cubicBezTo>
                    <a:pt x="8728" y="6672"/>
                    <a:pt x="8644" y="6768"/>
                    <a:pt x="8644" y="6851"/>
                  </a:cubicBezTo>
                  <a:cubicBezTo>
                    <a:pt x="8644" y="6958"/>
                    <a:pt x="8740" y="7030"/>
                    <a:pt x="8823" y="7030"/>
                  </a:cubicBezTo>
                  <a:lnTo>
                    <a:pt x="10073" y="7030"/>
                  </a:lnTo>
                  <a:cubicBezTo>
                    <a:pt x="10371" y="7053"/>
                    <a:pt x="10597" y="7327"/>
                    <a:pt x="10597" y="7625"/>
                  </a:cubicBezTo>
                  <a:cubicBezTo>
                    <a:pt x="10597" y="7946"/>
                    <a:pt x="10335" y="8220"/>
                    <a:pt x="10002" y="8220"/>
                  </a:cubicBezTo>
                  <a:lnTo>
                    <a:pt x="8823" y="8220"/>
                  </a:lnTo>
                  <a:cubicBezTo>
                    <a:pt x="8728" y="8220"/>
                    <a:pt x="8644" y="8315"/>
                    <a:pt x="8644" y="8399"/>
                  </a:cubicBezTo>
                  <a:cubicBezTo>
                    <a:pt x="8644" y="8506"/>
                    <a:pt x="8740" y="8577"/>
                    <a:pt x="8823" y="8577"/>
                  </a:cubicBezTo>
                  <a:lnTo>
                    <a:pt x="9883" y="8577"/>
                  </a:lnTo>
                  <a:cubicBezTo>
                    <a:pt x="9895" y="8577"/>
                    <a:pt x="9918" y="8589"/>
                    <a:pt x="9918" y="8589"/>
                  </a:cubicBezTo>
                  <a:cubicBezTo>
                    <a:pt x="10192" y="8649"/>
                    <a:pt x="10407" y="8887"/>
                    <a:pt x="10407" y="9185"/>
                  </a:cubicBezTo>
                  <a:cubicBezTo>
                    <a:pt x="10407" y="9518"/>
                    <a:pt x="10133" y="9780"/>
                    <a:pt x="9811" y="9780"/>
                  </a:cubicBezTo>
                  <a:lnTo>
                    <a:pt x="8823" y="9780"/>
                  </a:lnTo>
                  <a:cubicBezTo>
                    <a:pt x="8728" y="9780"/>
                    <a:pt x="8644" y="9875"/>
                    <a:pt x="8644" y="9958"/>
                  </a:cubicBezTo>
                  <a:cubicBezTo>
                    <a:pt x="8644" y="10066"/>
                    <a:pt x="8740" y="10137"/>
                    <a:pt x="8823" y="10137"/>
                  </a:cubicBezTo>
                  <a:lnTo>
                    <a:pt x="9811" y="10137"/>
                  </a:lnTo>
                  <a:cubicBezTo>
                    <a:pt x="10347" y="10137"/>
                    <a:pt x="10776" y="9708"/>
                    <a:pt x="10776" y="9173"/>
                  </a:cubicBezTo>
                  <a:cubicBezTo>
                    <a:pt x="10776" y="8887"/>
                    <a:pt x="10657" y="8637"/>
                    <a:pt x="10466" y="8458"/>
                  </a:cubicBezTo>
                  <a:cubicBezTo>
                    <a:pt x="10764" y="8292"/>
                    <a:pt x="10966" y="7982"/>
                    <a:pt x="10966" y="7613"/>
                  </a:cubicBezTo>
                  <a:cubicBezTo>
                    <a:pt x="10966" y="7327"/>
                    <a:pt x="10847" y="7077"/>
                    <a:pt x="10657" y="6899"/>
                  </a:cubicBezTo>
                  <a:cubicBezTo>
                    <a:pt x="10954" y="6803"/>
                    <a:pt x="11145" y="6482"/>
                    <a:pt x="11145" y="6113"/>
                  </a:cubicBezTo>
                  <a:cubicBezTo>
                    <a:pt x="11145" y="5827"/>
                    <a:pt x="11026" y="5577"/>
                    <a:pt x="10835" y="5398"/>
                  </a:cubicBezTo>
                  <a:cubicBezTo>
                    <a:pt x="11133" y="5232"/>
                    <a:pt x="11347" y="4922"/>
                    <a:pt x="11347" y="4541"/>
                  </a:cubicBezTo>
                  <a:cubicBezTo>
                    <a:pt x="11347" y="4005"/>
                    <a:pt x="10907" y="3577"/>
                    <a:pt x="10371" y="3577"/>
                  </a:cubicBezTo>
                  <a:lnTo>
                    <a:pt x="7621" y="3577"/>
                  </a:lnTo>
                  <a:lnTo>
                    <a:pt x="7621" y="1827"/>
                  </a:lnTo>
                  <a:cubicBezTo>
                    <a:pt x="7621" y="1112"/>
                    <a:pt x="7418" y="588"/>
                    <a:pt x="7013" y="291"/>
                  </a:cubicBezTo>
                  <a:cubicBezTo>
                    <a:pt x="6703" y="61"/>
                    <a:pt x="6332" y="0"/>
                    <a:pt x="602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2"/>
            <p:cNvSpPr/>
            <p:nvPr/>
          </p:nvSpPr>
          <p:spPr>
            <a:xfrm>
              <a:off x="6920842" y="2577064"/>
              <a:ext cx="36709" cy="36677"/>
            </a:xfrm>
            <a:custGeom>
              <a:rect b="b" l="l" r="r" t="t"/>
              <a:pathLst>
                <a:path extrusionOk="0" h="1155" w="1156">
                  <a:moveTo>
                    <a:pt x="584" y="369"/>
                  </a:moveTo>
                  <a:cubicBezTo>
                    <a:pt x="703" y="369"/>
                    <a:pt x="787" y="464"/>
                    <a:pt x="787" y="584"/>
                  </a:cubicBezTo>
                  <a:cubicBezTo>
                    <a:pt x="787" y="703"/>
                    <a:pt x="703" y="786"/>
                    <a:pt x="584" y="786"/>
                  </a:cubicBezTo>
                  <a:cubicBezTo>
                    <a:pt x="465" y="786"/>
                    <a:pt x="370" y="703"/>
                    <a:pt x="370" y="584"/>
                  </a:cubicBezTo>
                  <a:cubicBezTo>
                    <a:pt x="370" y="464"/>
                    <a:pt x="453" y="369"/>
                    <a:pt x="584" y="369"/>
                  </a:cubicBezTo>
                  <a:close/>
                  <a:moveTo>
                    <a:pt x="584" y="0"/>
                  </a:moveTo>
                  <a:cubicBezTo>
                    <a:pt x="263" y="0"/>
                    <a:pt x="1" y="250"/>
                    <a:pt x="1" y="584"/>
                  </a:cubicBezTo>
                  <a:cubicBezTo>
                    <a:pt x="1" y="905"/>
                    <a:pt x="251" y="1155"/>
                    <a:pt x="584" y="1155"/>
                  </a:cubicBezTo>
                  <a:cubicBezTo>
                    <a:pt x="906" y="1155"/>
                    <a:pt x="1156" y="905"/>
                    <a:pt x="1156" y="584"/>
                  </a:cubicBezTo>
                  <a:cubicBezTo>
                    <a:pt x="1156" y="250"/>
                    <a:pt x="894" y="0"/>
                    <a:pt x="5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6" name="Google Shape;1466;p32"/>
          <p:cNvGrpSpPr/>
          <p:nvPr/>
        </p:nvGrpSpPr>
        <p:grpSpPr>
          <a:xfrm>
            <a:off x="4344873" y="3481278"/>
            <a:ext cx="342192" cy="327140"/>
            <a:chOff x="7441465" y="2302860"/>
            <a:chExt cx="342192" cy="327140"/>
          </a:xfrm>
        </p:grpSpPr>
        <p:sp>
          <p:nvSpPr>
            <p:cNvPr id="1467" name="Google Shape;1467;p32"/>
            <p:cNvSpPr/>
            <p:nvPr/>
          </p:nvSpPr>
          <p:spPr>
            <a:xfrm>
              <a:off x="7441465" y="2337727"/>
              <a:ext cx="299862" cy="292273"/>
            </a:xfrm>
            <a:custGeom>
              <a:rect b="b" l="l" r="r" t="t"/>
              <a:pathLst>
                <a:path extrusionOk="0" h="9204" w="9443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2"/>
            <p:cNvSpPr/>
            <p:nvPr/>
          </p:nvSpPr>
          <p:spPr>
            <a:xfrm>
              <a:off x="7484588" y="2302860"/>
              <a:ext cx="299069" cy="293130"/>
            </a:xfrm>
            <a:custGeom>
              <a:rect b="b" l="l" r="r" t="t"/>
              <a:pathLst>
                <a:path extrusionOk="0" h="9231" w="9418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9" name="Google Shape;1469;p32"/>
          <p:cNvGrpSpPr/>
          <p:nvPr/>
        </p:nvGrpSpPr>
        <p:grpSpPr>
          <a:xfrm>
            <a:off x="4325773" y="2047297"/>
            <a:ext cx="380393" cy="363118"/>
            <a:chOff x="4126815" y="2760704"/>
            <a:chExt cx="380393" cy="363118"/>
          </a:xfrm>
        </p:grpSpPr>
        <p:sp>
          <p:nvSpPr>
            <p:cNvPr id="1470" name="Google Shape;1470;p32"/>
            <p:cNvSpPr/>
            <p:nvPr/>
          </p:nvSpPr>
          <p:spPr>
            <a:xfrm>
              <a:off x="4219825" y="2822435"/>
              <a:ext cx="103267" cy="29056"/>
            </a:xfrm>
            <a:custGeom>
              <a:rect b="b" l="l" r="r" t="t"/>
              <a:pathLst>
                <a:path extrusionOk="0" h="915" w="3252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2"/>
            <p:cNvSpPr/>
            <p:nvPr/>
          </p:nvSpPr>
          <p:spPr>
            <a:xfrm>
              <a:off x="4126815" y="2760704"/>
              <a:ext cx="380393" cy="363118"/>
            </a:xfrm>
            <a:custGeom>
              <a:rect b="b" l="l" r="r" t="t"/>
              <a:pathLst>
                <a:path extrusionOk="0" h="11435" w="11979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2"/>
            <p:cNvSpPr/>
            <p:nvPr/>
          </p:nvSpPr>
          <p:spPr>
            <a:xfrm>
              <a:off x="4278826" y="2791379"/>
              <a:ext cx="103998" cy="201962"/>
            </a:xfrm>
            <a:custGeom>
              <a:rect b="b" l="l" r="r" t="t"/>
              <a:pathLst>
                <a:path extrusionOk="0" h="6360" w="3275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2"/>
            <p:cNvSpPr/>
            <p:nvPr/>
          </p:nvSpPr>
          <p:spPr>
            <a:xfrm>
              <a:off x="4159332" y="2791379"/>
              <a:ext cx="105903" cy="201962"/>
            </a:xfrm>
            <a:custGeom>
              <a:rect b="b" l="l" r="r" t="t"/>
              <a:pathLst>
                <a:path extrusionOk="0" h="6360" w="3335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4" name="Google Shape;1474;p32"/>
          <p:cNvGrpSpPr/>
          <p:nvPr/>
        </p:nvGrpSpPr>
        <p:grpSpPr>
          <a:xfrm>
            <a:off x="3527076" y="3457846"/>
            <a:ext cx="374709" cy="374010"/>
            <a:chOff x="1421638" y="4125629"/>
            <a:chExt cx="374709" cy="374010"/>
          </a:xfrm>
        </p:grpSpPr>
        <p:sp>
          <p:nvSpPr>
            <p:cNvPr id="1475" name="Google Shape;1475;p32"/>
            <p:cNvSpPr/>
            <p:nvPr/>
          </p:nvSpPr>
          <p:spPr>
            <a:xfrm>
              <a:off x="1421638" y="4265954"/>
              <a:ext cx="374709" cy="233685"/>
            </a:xfrm>
            <a:custGeom>
              <a:rect b="b" l="l" r="r" t="t"/>
              <a:pathLst>
                <a:path extrusionOk="0" h="7359" w="1180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2"/>
            <p:cNvSpPr/>
            <p:nvPr/>
          </p:nvSpPr>
          <p:spPr>
            <a:xfrm>
              <a:off x="1428052" y="4125629"/>
              <a:ext cx="356958" cy="215585"/>
            </a:xfrm>
            <a:custGeom>
              <a:rect b="b" l="l" r="r" t="t"/>
              <a:pathLst>
                <a:path extrusionOk="0" h="6789" w="11241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7" name="Google Shape;1477;p32"/>
          <p:cNvGrpSpPr/>
          <p:nvPr/>
        </p:nvGrpSpPr>
        <p:grpSpPr>
          <a:xfrm>
            <a:off x="3547112" y="2070826"/>
            <a:ext cx="334634" cy="333904"/>
            <a:chOff x="7429366" y="3223183"/>
            <a:chExt cx="334634" cy="333904"/>
          </a:xfrm>
        </p:grpSpPr>
        <p:sp>
          <p:nvSpPr>
            <p:cNvPr id="1478" name="Google Shape;1478;p32"/>
            <p:cNvSpPr/>
            <p:nvPr/>
          </p:nvSpPr>
          <p:spPr>
            <a:xfrm>
              <a:off x="7429366" y="3223183"/>
              <a:ext cx="334634" cy="333904"/>
            </a:xfrm>
            <a:custGeom>
              <a:rect b="b" l="l" r="r" t="t"/>
              <a:pathLst>
                <a:path extrusionOk="0" h="10515" w="10538">
                  <a:moveTo>
                    <a:pt x="6978" y="322"/>
                  </a:moveTo>
                  <a:cubicBezTo>
                    <a:pt x="7930" y="322"/>
                    <a:pt x="8716" y="1096"/>
                    <a:pt x="8716" y="2061"/>
                  </a:cubicBezTo>
                  <a:cubicBezTo>
                    <a:pt x="8716" y="2334"/>
                    <a:pt x="8633" y="2644"/>
                    <a:pt x="8478" y="2942"/>
                  </a:cubicBezTo>
                  <a:cubicBezTo>
                    <a:pt x="8478" y="2954"/>
                    <a:pt x="8466" y="2977"/>
                    <a:pt x="8466" y="2977"/>
                  </a:cubicBezTo>
                  <a:cubicBezTo>
                    <a:pt x="8061" y="3823"/>
                    <a:pt x="7276" y="4704"/>
                    <a:pt x="6978" y="5025"/>
                  </a:cubicBezTo>
                  <a:cubicBezTo>
                    <a:pt x="6680" y="4716"/>
                    <a:pt x="5894" y="3835"/>
                    <a:pt x="5490" y="2989"/>
                  </a:cubicBezTo>
                  <a:cubicBezTo>
                    <a:pt x="5490" y="2977"/>
                    <a:pt x="5478" y="2954"/>
                    <a:pt x="5478" y="2942"/>
                  </a:cubicBezTo>
                  <a:cubicBezTo>
                    <a:pt x="5323" y="2632"/>
                    <a:pt x="5240" y="2334"/>
                    <a:pt x="5240" y="2061"/>
                  </a:cubicBezTo>
                  <a:cubicBezTo>
                    <a:pt x="5240" y="1096"/>
                    <a:pt x="6025" y="322"/>
                    <a:pt x="6978" y="322"/>
                  </a:cubicBezTo>
                  <a:close/>
                  <a:moveTo>
                    <a:pt x="5252" y="3227"/>
                  </a:moveTo>
                  <a:cubicBezTo>
                    <a:pt x="5728" y="4192"/>
                    <a:pt x="6597" y="5121"/>
                    <a:pt x="6811" y="5335"/>
                  </a:cubicBezTo>
                  <a:lnTo>
                    <a:pt x="6811" y="5811"/>
                  </a:lnTo>
                  <a:lnTo>
                    <a:pt x="3751" y="6728"/>
                  </a:lnTo>
                  <a:lnTo>
                    <a:pt x="3751" y="3668"/>
                  </a:lnTo>
                  <a:lnTo>
                    <a:pt x="5252" y="3227"/>
                  </a:lnTo>
                  <a:close/>
                  <a:moveTo>
                    <a:pt x="8704" y="3239"/>
                  </a:moveTo>
                  <a:lnTo>
                    <a:pt x="10205" y="3668"/>
                  </a:lnTo>
                  <a:lnTo>
                    <a:pt x="10205" y="6728"/>
                  </a:lnTo>
                  <a:lnTo>
                    <a:pt x="7145" y="5811"/>
                  </a:lnTo>
                  <a:lnTo>
                    <a:pt x="7145" y="5335"/>
                  </a:lnTo>
                  <a:cubicBezTo>
                    <a:pt x="7371" y="5121"/>
                    <a:pt x="8228" y="4192"/>
                    <a:pt x="8704" y="3239"/>
                  </a:cubicBezTo>
                  <a:close/>
                  <a:moveTo>
                    <a:pt x="358" y="2763"/>
                  </a:moveTo>
                  <a:lnTo>
                    <a:pt x="3418" y="3668"/>
                  </a:lnTo>
                  <a:lnTo>
                    <a:pt x="3418" y="6728"/>
                  </a:lnTo>
                  <a:lnTo>
                    <a:pt x="2263" y="6383"/>
                  </a:lnTo>
                  <a:cubicBezTo>
                    <a:pt x="2244" y="6375"/>
                    <a:pt x="2225" y="6372"/>
                    <a:pt x="2208" y="6372"/>
                  </a:cubicBezTo>
                  <a:cubicBezTo>
                    <a:pt x="2136" y="6372"/>
                    <a:pt x="2077" y="6425"/>
                    <a:pt x="2049" y="6502"/>
                  </a:cubicBezTo>
                  <a:cubicBezTo>
                    <a:pt x="2025" y="6585"/>
                    <a:pt x="2084" y="6680"/>
                    <a:pt x="2168" y="6704"/>
                  </a:cubicBezTo>
                  <a:lnTo>
                    <a:pt x="3418" y="7085"/>
                  </a:lnTo>
                  <a:lnTo>
                    <a:pt x="3418" y="10121"/>
                  </a:lnTo>
                  <a:lnTo>
                    <a:pt x="358" y="9204"/>
                  </a:lnTo>
                  <a:lnTo>
                    <a:pt x="358" y="6168"/>
                  </a:lnTo>
                  <a:lnTo>
                    <a:pt x="1513" y="6514"/>
                  </a:lnTo>
                  <a:lnTo>
                    <a:pt x="1561" y="6514"/>
                  </a:lnTo>
                  <a:cubicBezTo>
                    <a:pt x="1632" y="6514"/>
                    <a:pt x="1692" y="6466"/>
                    <a:pt x="1727" y="6394"/>
                  </a:cubicBezTo>
                  <a:cubicBezTo>
                    <a:pt x="1751" y="6311"/>
                    <a:pt x="1692" y="6216"/>
                    <a:pt x="1608" y="6192"/>
                  </a:cubicBezTo>
                  <a:lnTo>
                    <a:pt x="358" y="5811"/>
                  </a:lnTo>
                  <a:lnTo>
                    <a:pt x="358" y="2763"/>
                  </a:lnTo>
                  <a:close/>
                  <a:moveTo>
                    <a:pt x="7145" y="6156"/>
                  </a:moveTo>
                  <a:lnTo>
                    <a:pt x="10205" y="7061"/>
                  </a:lnTo>
                  <a:lnTo>
                    <a:pt x="10205" y="10121"/>
                  </a:lnTo>
                  <a:lnTo>
                    <a:pt x="7145" y="9204"/>
                  </a:lnTo>
                  <a:lnTo>
                    <a:pt x="7145" y="7990"/>
                  </a:lnTo>
                  <a:cubicBezTo>
                    <a:pt x="7145" y="7895"/>
                    <a:pt x="7073" y="7823"/>
                    <a:pt x="6978" y="7823"/>
                  </a:cubicBezTo>
                  <a:cubicBezTo>
                    <a:pt x="6895" y="7823"/>
                    <a:pt x="6811" y="7895"/>
                    <a:pt x="6811" y="7990"/>
                  </a:cubicBezTo>
                  <a:lnTo>
                    <a:pt x="6811" y="9204"/>
                  </a:lnTo>
                  <a:lnTo>
                    <a:pt x="3751" y="10121"/>
                  </a:lnTo>
                  <a:lnTo>
                    <a:pt x="3751" y="7061"/>
                  </a:lnTo>
                  <a:lnTo>
                    <a:pt x="6811" y="6156"/>
                  </a:lnTo>
                  <a:lnTo>
                    <a:pt x="6811" y="7311"/>
                  </a:lnTo>
                  <a:cubicBezTo>
                    <a:pt x="6811" y="7407"/>
                    <a:pt x="6895" y="7478"/>
                    <a:pt x="6978" y="7478"/>
                  </a:cubicBezTo>
                  <a:cubicBezTo>
                    <a:pt x="7073" y="7478"/>
                    <a:pt x="7145" y="7407"/>
                    <a:pt x="7145" y="7311"/>
                  </a:cubicBezTo>
                  <a:lnTo>
                    <a:pt x="7145" y="6156"/>
                  </a:lnTo>
                  <a:close/>
                  <a:moveTo>
                    <a:pt x="6966" y="1"/>
                  </a:moveTo>
                  <a:cubicBezTo>
                    <a:pt x="5823" y="1"/>
                    <a:pt x="4894" y="918"/>
                    <a:pt x="4894" y="2061"/>
                  </a:cubicBezTo>
                  <a:cubicBezTo>
                    <a:pt x="4894" y="2334"/>
                    <a:pt x="4966" y="2632"/>
                    <a:pt x="5085" y="2930"/>
                  </a:cubicBezTo>
                  <a:lnTo>
                    <a:pt x="3573" y="3370"/>
                  </a:lnTo>
                  <a:lnTo>
                    <a:pt x="215" y="2382"/>
                  </a:lnTo>
                  <a:cubicBezTo>
                    <a:pt x="205" y="2375"/>
                    <a:pt x="192" y="2372"/>
                    <a:pt x="179" y="2372"/>
                  </a:cubicBezTo>
                  <a:cubicBezTo>
                    <a:pt x="146" y="2372"/>
                    <a:pt x="106" y="2389"/>
                    <a:pt x="72" y="2406"/>
                  </a:cubicBezTo>
                  <a:cubicBezTo>
                    <a:pt x="25" y="2442"/>
                    <a:pt x="1" y="2477"/>
                    <a:pt x="1" y="2537"/>
                  </a:cubicBezTo>
                  <a:lnTo>
                    <a:pt x="1" y="5954"/>
                  </a:lnTo>
                  <a:lnTo>
                    <a:pt x="1" y="9335"/>
                  </a:lnTo>
                  <a:cubicBezTo>
                    <a:pt x="1" y="9419"/>
                    <a:pt x="37" y="9478"/>
                    <a:pt x="120" y="9502"/>
                  </a:cubicBezTo>
                  <a:lnTo>
                    <a:pt x="3513" y="10514"/>
                  </a:lnTo>
                  <a:lnTo>
                    <a:pt x="3573" y="10514"/>
                  </a:lnTo>
                  <a:lnTo>
                    <a:pt x="6847" y="9550"/>
                  </a:lnTo>
                  <a:cubicBezTo>
                    <a:pt x="6859" y="9562"/>
                    <a:pt x="6883" y="9562"/>
                    <a:pt x="6918" y="9562"/>
                  </a:cubicBezTo>
                  <a:cubicBezTo>
                    <a:pt x="6942" y="9562"/>
                    <a:pt x="6966" y="9562"/>
                    <a:pt x="6990" y="9550"/>
                  </a:cubicBezTo>
                  <a:lnTo>
                    <a:pt x="10264" y="10514"/>
                  </a:lnTo>
                  <a:lnTo>
                    <a:pt x="10312" y="10514"/>
                  </a:lnTo>
                  <a:cubicBezTo>
                    <a:pt x="10335" y="10514"/>
                    <a:pt x="10383" y="10502"/>
                    <a:pt x="10419" y="10490"/>
                  </a:cubicBezTo>
                  <a:cubicBezTo>
                    <a:pt x="10455" y="10454"/>
                    <a:pt x="10490" y="10407"/>
                    <a:pt x="10490" y="10347"/>
                  </a:cubicBezTo>
                  <a:lnTo>
                    <a:pt x="10538" y="6942"/>
                  </a:lnTo>
                  <a:lnTo>
                    <a:pt x="10538" y="3549"/>
                  </a:lnTo>
                  <a:cubicBezTo>
                    <a:pt x="10538" y="3477"/>
                    <a:pt x="10490" y="3418"/>
                    <a:pt x="10419" y="3394"/>
                  </a:cubicBezTo>
                  <a:lnTo>
                    <a:pt x="8835" y="2930"/>
                  </a:lnTo>
                  <a:cubicBezTo>
                    <a:pt x="8954" y="2632"/>
                    <a:pt x="9038" y="2334"/>
                    <a:pt x="9038" y="2061"/>
                  </a:cubicBezTo>
                  <a:cubicBezTo>
                    <a:pt x="9038" y="918"/>
                    <a:pt x="8109" y="1"/>
                    <a:pt x="696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2"/>
            <p:cNvSpPr/>
            <p:nvPr/>
          </p:nvSpPr>
          <p:spPr>
            <a:xfrm>
              <a:off x="7613514" y="3251541"/>
              <a:ext cx="74878" cy="74529"/>
            </a:xfrm>
            <a:custGeom>
              <a:rect b="b" l="l" r="r" t="t"/>
              <a:pathLst>
                <a:path extrusionOk="0" h="2347" w="2358">
                  <a:moveTo>
                    <a:pt x="1179" y="322"/>
                  </a:moveTo>
                  <a:cubicBezTo>
                    <a:pt x="1643" y="322"/>
                    <a:pt x="2012" y="691"/>
                    <a:pt x="2012" y="1156"/>
                  </a:cubicBezTo>
                  <a:cubicBezTo>
                    <a:pt x="2012" y="1620"/>
                    <a:pt x="1643" y="1989"/>
                    <a:pt x="1179" y="1989"/>
                  </a:cubicBezTo>
                  <a:cubicBezTo>
                    <a:pt x="715" y="1989"/>
                    <a:pt x="345" y="1620"/>
                    <a:pt x="345" y="1156"/>
                  </a:cubicBezTo>
                  <a:cubicBezTo>
                    <a:pt x="334" y="703"/>
                    <a:pt x="715" y="322"/>
                    <a:pt x="1179" y="322"/>
                  </a:cubicBezTo>
                  <a:close/>
                  <a:moveTo>
                    <a:pt x="1179" y="1"/>
                  </a:moveTo>
                  <a:cubicBezTo>
                    <a:pt x="524" y="1"/>
                    <a:pt x="0" y="513"/>
                    <a:pt x="0" y="1168"/>
                  </a:cubicBezTo>
                  <a:cubicBezTo>
                    <a:pt x="0" y="1811"/>
                    <a:pt x="524" y="2346"/>
                    <a:pt x="1179" y="2346"/>
                  </a:cubicBezTo>
                  <a:cubicBezTo>
                    <a:pt x="1834" y="2346"/>
                    <a:pt x="2358" y="1822"/>
                    <a:pt x="2358" y="1168"/>
                  </a:cubicBezTo>
                  <a:cubicBezTo>
                    <a:pt x="2358" y="513"/>
                    <a:pt x="1834" y="1"/>
                    <a:pt x="1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32"/>
          <p:cNvGrpSpPr/>
          <p:nvPr/>
        </p:nvGrpSpPr>
        <p:grpSpPr>
          <a:xfrm>
            <a:off x="4339410" y="1356503"/>
            <a:ext cx="353145" cy="351998"/>
            <a:chOff x="852385" y="1510916"/>
            <a:chExt cx="353145" cy="351998"/>
          </a:xfrm>
        </p:grpSpPr>
        <p:sp>
          <p:nvSpPr>
            <p:cNvPr id="1481" name="Google Shape;1481;p32"/>
            <p:cNvSpPr/>
            <p:nvPr/>
          </p:nvSpPr>
          <p:spPr>
            <a:xfrm>
              <a:off x="852385" y="1510916"/>
              <a:ext cx="353145" cy="187785"/>
            </a:xfrm>
            <a:custGeom>
              <a:rect b="b" l="l" r="r" t="t"/>
              <a:pathLst>
                <a:path extrusionOk="0" h="5895" w="11086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2"/>
            <p:cNvSpPr/>
            <p:nvPr/>
          </p:nvSpPr>
          <p:spPr>
            <a:xfrm>
              <a:off x="852385" y="1609921"/>
              <a:ext cx="353145" cy="252992"/>
            </a:xfrm>
            <a:custGeom>
              <a:rect b="b" l="l" r="r" t="t"/>
              <a:pathLst>
                <a:path extrusionOk="0" h="7942" w="11086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2"/>
            <p:cNvSpPr/>
            <p:nvPr/>
          </p:nvSpPr>
          <p:spPr>
            <a:xfrm>
              <a:off x="928264" y="1584501"/>
              <a:ext cx="198775" cy="140735"/>
            </a:xfrm>
            <a:custGeom>
              <a:rect b="b" l="l" r="r" t="t"/>
              <a:pathLst>
                <a:path extrusionOk="0" h="4418" w="624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4" name="Google Shape;1484;p32"/>
          <p:cNvGrpSpPr/>
          <p:nvPr/>
        </p:nvGrpSpPr>
        <p:grpSpPr>
          <a:xfrm>
            <a:off x="3567007" y="1322644"/>
            <a:ext cx="294850" cy="349434"/>
            <a:chOff x="3122257" y="1508594"/>
            <a:chExt cx="294850" cy="349434"/>
          </a:xfrm>
        </p:grpSpPr>
        <p:sp>
          <p:nvSpPr>
            <p:cNvPr id="1485" name="Google Shape;1485;p32"/>
            <p:cNvSpPr/>
            <p:nvPr/>
          </p:nvSpPr>
          <p:spPr>
            <a:xfrm>
              <a:off x="3226110" y="1659042"/>
              <a:ext cx="87557" cy="29568"/>
            </a:xfrm>
            <a:custGeom>
              <a:rect b="b" l="l" r="r" t="t"/>
              <a:pathLst>
                <a:path extrusionOk="0" h="929" w="2751">
                  <a:moveTo>
                    <a:pt x="1099" y="0"/>
                  </a:moveTo>
                  <a:cubicBezTo>
                    <a:pt x="771" y="0"/>
                    <a:pt x="476" y="33"/>
                    <a:pt x="286" y="60"/>
                  </a:cubicBezTo>
                  <a:cubicBezTo>
                    <a:pt x="119" y="96"/>
                    <a:pt x="0" y="227"/>
                    <a:pt x="0" y="393"/>
                  </a:cubicBezTo>
                  <a:lnTo>
                    <a:pt x="0" y="762"/>
                  </a:lnTo>
                  <a:cubicBezTo>
                    <a:pt x="0" y="846"/>
                    <a:pt x="72" y="929"/>
                    <a:pt x="167" y="929"/>
                  </a:cubicBezTo>
                  <a:cubicBezTo>
                    <a:pt x="250" y="929"/>
                    <a:pt x="322" y="846"/>
                    <a:pt x="322" y="762"/>
                  </a:cubicBezTo>
                  <a:lnTo>
                    <a:pt x="322" y="393"/>
                  </a:lnTo>
                  <a:cubicBezTo>
                    <a:pt x="322" y="393"/>
                    <a:pt x="322" y="369"/>
                    <a:pt x="345" y="369"/>
                  </a:cubicBezTo>
                  <a:cubicBezTo>
                    <a:pt x="509" y="350"/>
                    <a:pt x="813" y="315"/>
                    <a:pt x="1144" y="315"/>
                  </a:cubicBezTo>
                  <a:cubicBezTo>
                    <a:pt x="1222" y="315"/>
                    <a:pt x="1302" y="317"/>
                    <a:pt x="1381" y="322"/>
                  </a:cubicBezTo>
                  <a:cubicBezTo>
                    <a:pt x="1893" y="358"/>
                    <a:pt x="2250" y="488"/>
                    <a:pt x="2465" y="703"/>
                  </a:cubicBezTo>
                  <a:cubicBezTo>
                    <a:pt x="2494" y="733"/>
                    <a:pt x="2536" y="747"/>
                    <a:pt x="2578" y="747"/>
                  </a:cubicBezTo>
                  <a:cubicBezTo>
                    <a:pt x="2619" y="747"/>
                    <a:pt x="2661" y="733"/>
                    <a:pt x="2691" y="703"/>
                  </a:cubicBezTo>
                  <a:cubicBezTo>
                    <a:pt x="2750" y="643"/>
                    <a:pt x="2750" y="536"/>
                    <a:pt x="2679" y="477"/>
                  </a:cubicBezTo>
                  <a:cubicBezTo>
                    <a:pt x="2297" y="95"/>
                    <a:pt x="1652" y="0"/>
                    <a:pt x="10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2"/>
            <p:cNvSpPr/>
            <p:nvPr/>
          </p:nvSpPr>
          <p:spPr>
            <a:xfrm>
              <a:off x="3171144" y="1612033"/>
              <a:ext cx="196694" cy="245613"/>
            </a:xfrm>
            <a:custGeom>
              <a:rect b="b" l="l" r="r" t="t"/>
              <a:pathLst>
                <a:path extrusionOk="0" h="7717" w="6180">
                  <a:moveTo>
                    <a:pt x="4835" y="334"/>
                  </a:moveTo>
                  <a:lnTo>
                    <a:pt x="4835" y="1894"/>
                  </a:lnTo>
                  <a:cubicBezTo>
                    <a:pt x="4835" y="2132"/>
                    <a:pt x="4775" y="2358"/>
                    <a:pt x="4692" y="2561"/>
                  </a:cubicBezTo>
                  <a:cubicBezTo>
                    <a:pt x="4668" y="2585"/>
                    <a:pt x="4668" y="2608"/>
                    <a:pt x="4668" y="2644"/>
                  </a:cubicBezTo>
                  <a:lnTo>
                    <a:pt x="4668" y="3097"/>
                  </a:lnTo>
                  <a:cubicBezTo>
                    <a:pt x="4668" y="3537"/>
                    <a:pt x="4489" y="3930"/>
                    <a:pt x="4180" y="4228"/>
                  </a:cubicBezTo>
                  <a:cubicBezTo>
                    <a:pt x="3900" y="4497"/>
                    <a:pt x="3532" y="4649"/>
                    <a:pt x="3129" y="4649"/>
                  </a:cubicBezTo>
                  <a:cubicBezTo>
                    <a:pt x="3087" y="4649"/>
                    <a:pt x="3044" y="4648"/>
                    <a:pt x="3001" y="4644"/>
                  </a:cubicBezTo>
                  <a:cubicBezTo>
                    <a:pt x="2168" y="4597"/>
                    <a:pt x="1537" y="3894"/>
                    <a:pt x="1537" y="3037"/>
                  </a:cubicBezTo>
                  <a:lnTo>
                    <a:pt x="1537" y="2644"/>
                  </a:lnTo>
                  <a:cubicBezTo>
                    <a:pt x="1537" y="2608"/>
                    <a:pt x="1537" y="2597"/>
                    <a:pt x="1513" y="2561"/>
                  </a:cubicBezTo>
                  <a:cubicBezTo>
                    <a:pt x="1418" y="2358"/>
                    <a:pt x="1370" y="2120"/>
                    <a:pt x="1370" y="1894"/>
                  </a:cubicBezTo>
                  <a:lnTo>
                    <a:pt x="1370" y="1549"/>
                  </a:lnTo>
                  <a:cubicBezTo>
                    <a:pt x="1370" y="882"/>
                    <a:pt x="1918" y="334"/>
                    <a:pt x="2584" y="334"/>
                  </a:cubicBezTo>
                  <a:close/>
                  <a:moveTo>
                    <a:pt x="3954" y="4763"/>
                  </a:moveTo>
                  <a:lnTo>
                    <a:pt x="3954" y="5061"/>
                  </a:lnTo>
                  <a:lnTo>
                    <a:pt x="3096" y="5656"/>
                  </a:lnTo>
                  <a:lnTo>
                    <a:pt x="2215" y="5061"/>
                  </a:lnTo>
                  <a:lnTo>
                    <a:pt x="2215" y="4763"/>
                  </a:lnTo>
                  <a:cubicBezTo>
                    <a:pt x="2441" y="4883"/>
                    <a:pt x="2691" y="4966"/>
                    <a:pt x="2965" y="4978"/>
                  </a:cubicBezTo>
                  <a:lnTo>
                    <a:pt x="3096" y="4978"/>
                  </a:lnTo>
                  <a:cubicBezTo>
                    <a:pt x="3406" y="4978"/>
                    <a:pt x="3704" y="4894"/>
                    <a:pt x="3954" y="4763"/>
                  </a:cubicBezTo>
                  <a:close/>
                  <a:moveTo>
                    <a:pt x="2084" y="5359"/>
                  </a:moveTo>
                  <a:lnTo>
                    <a:pt x="2846" y="5883"/>
                  </a:lnTo>
                  <a:lnTo>
                    <a:pt x="2441" y="6276"/>
                  </a:lnTo>
                  <a:lnTo>
                    <a:pt x="2430" y="6276"/>
                  </a:lnTo>
                  <a:lnTo>
                    <a:pt x="1918" y="5525"/>
                  </a:lnTo>
                  <a:lnTo>
                    <a:pt x="2084" y="5359"/>
                  </a:lnTo>
                  <a:close/>
                  <a:moveTo>
                    <a:pt x="4108" y="5347"/>
                  </a:moveTo>
                  <a:lnTo>
                    <a:pt x="4275" y="5514"/>
                  </a:lnTo>
                  <a:lnTo>
                    <a:pt x="3763" y="6276"/>
                  </a:lnTo>
                  <a:lnTo>
                    <a:pt x="3751" y="6276"/>
                  </a:lnTo>
                  <a:lnTo>
                    <a:pt x="3346" y="5871"/>
                  </a:lnTo>
                  <a:lnTo>
                    <a:pt x="4108" y="5347"/>
                  </a:lnTo>
                  <a:close/>
                  <a:moveTo>
                    <a:pt x="2572" y="1"/>
                  </a:moveTo>
                  <a:cubicBezTo>
                    <a:pt x="1727" y="1"/>
                    <a:pt x="1037" y="692"/>
                    <a:pt x="1037" y="1537"/>
                  </a:cubicBezTo>
                  <a:lnTo>
                    <a:pt x="1037" y="1882"/>
                  </a:lnTo>
                  <a:cubicBezTo>
                    <a:pt x="1037" y="2144"/>
                    <a:pt x="1096" y="2418"/>
                    <a:pt x="1215" y="2668"/>
                  </a:cubicBezTo>
                  <a:lnTo>
                    <a:pt x="1215" y="3025"/>
                  </a:lnTo>
                  <a:cubicBezTo>
                    <a:pt x="1215" y="3620"/>
                    <a:pt x="1489" y="4168"/>
                    <a:pt x="1906" y="4525"/>
                  </a:cubicBezTo>
                  <a:lnTo>
                    <a:pt x="1906" y="5061"/>
                  </a:lnTo>
                  <a:lnTo>
                    <a:pt x="1608" y="5383"/>
                  </a:lnTo>
                  <a:cubicBezTo>
                    <a:pt x="1572" y="5406"/>
                    <a:pt x="1560" y="5454"/>
                    <a:pt x="1560" y="5502"/>
                  </a:cubicBezTo>
                  <a:lnTo>
                    <a:pt x="560" y="5859"/>
                  </a:lnTo>
                  <a:cubicBezTo>
                    <a:pt x="239" y="5978"/>
                    <a:pt x="1" y="6299"/>
                    <a:pt x="1" y="6657"/>
                  </a:cubicBezTo>
                  <a:lnTo>
                    <a:pt x="1" y="7549"/>
                  </a:lnTo>
                  <a:cubicBezTo>
                    <a:pt x="1" y="7645"/>
                    <a:pt x="72" y="7716"/>
                    <a:pt x="167" y="7716"/>
                  </a:cubicBezTo>
                  <a:cubicBezTo>
                    <a:pt x="251" y="7716"/>
                    <a:pt x="322" y="7645"/>
                    <a:pt x="322" y="7549"/>
                  </a:cubicBezTo>
                  <a:lnTo>
                    <a:pt x="322" y="6657"/>
                  </a:lnTo>
                  <a:cubicBezTo>
                    <a:pt x="322" y="6430"/>
                    <a:pt x="465" y="6240"/>
                    <a:pt x="667" y="6168"/>
                  </a:cubicBezTo>
                  <a:lnTo>
                    <a:pt x="1715" y="5775"/>
                  </a:lnTo>
                  <a:lnTo>
                    <a:pt x="2144" y="6430"/>
                  </a:lnTo>
                  <a:cubicBezTo>
                    <a:pt x="2203" y="6526"/>
                    <a:pt x="2287" y="6561"/>
                    <a:pt x="2382" y="6585"/>
                  </a:cubicBezTo>
                  <a:lnTo>
                    <a:pt x="2406" y="6585"/>
                  </a:lnTo>
                  <a:cubicBezTo>
                    <a:pt x="2501" y="6585"/>
                    <a:pt x="2584" y="6549"/>
                    <a:pt x="2644" y="6478"/>
                  </a:cubicBezTo>
                  <a:lnTo>
                    <a:pt x="2918" y="6204"/>
                  </a:lnTo>
                  <a:lnTo>
                    <a:pt x="2918" y="7549"/>
                  </a:lnTo>
                  <a:cubicBezTo>
                    <a:pt x="2918" y="7633"/>
                    <a:pt x="2989" y="7716"/>
                    <a:pt x="3084" y="7716"/>
                  </a:cubicBezTo>
                  <a:cubicBezTo>
                    <a:pt x="3168" y="7716"/>
                    <a:pt x="3239" y="7633"/>
                    <a:pt x="3239" y="7549"/>
                  </a:cubicBezTo>
                  <a:lnTo>
                    <a:pt x="3239" y="6204"/>
                  </a:lnTo>
                  <a:lnTo>
                    <a:pt x="3513" y="6478"/>
                  </a:lnTo>
                  <a:cubicBezTo>
                    <a:pt x="3573" y="6537"/>
                    <a:pt x="3656" y="6585"/>
                    <a:pt x="3751" y="6585"/>
                  </a:cubicBezTo>
                  <a:lnTo>
                    <a:pt x="3775" y="6585"/>
                  </a:lnTo>
                  <a:cubicBezTo>
                    <a:pt x="3882" y="6561"/>
                    <a:pt x="3977" y="6526"/>
                    <a:pt x="4013" y="6430"/>
                  </a:cubicBezTo>
                  <a:lnTo>
                    <a:pt x="4454" y="5775"/>
                  </a:lnTo>
                  <a:lnTo>
                    <a:pt x="5489" y="6168"/>
                  </a:lnTo>
                  <a:cubicBezTo>
                    <a:pt x="5704" y="6240"/>
                    <a:pt x="5835" y="6430"/>
                    <a:pt x="5835" y="6657"/>
                  </a:cubicBezTo>
                  <a:lnTo>
                    <a:pt x="5835" y="7549"/>
                  </a:lnTo>
                  <a:cubicBezTo>
                    <a:pt x="5835" y="7645"/>
                    <a:pt x="5906" y="7716"/>
                    <a:pt x="6001" y="7716"/>
                  </a:cubicBezTo>
                  <a:cubicBezTo>
                    <a:pt x="6085" y="7716"/>
                    <a:pt x="6156" y="7645"/>
                    <a:pt x="6156" y="7549"/>
                  </a:cubicBezTo>
                  <a:lnTo>
                    <a:pt x="6156" y="6657"/>
                  </a:lnTo>
                  <a:cubicBezTo>
                    <a:pt x="6180" y="6311"/>
                    <a:pt x="5954" y="6002"/>
                    <a:pt x="5620" y="5883"/>
                  </a:cubicBezTo>
                  <a:lnTo>
                    <a:pt x="4632" y="5525"/>
                  </a:lnTo>
                  <a:cubicBezTo>
                    <a:pt x="4632" y="5478"/>
                    <a:pt x="4608" y="5442"/>
                    <a:pt x="4585" y="5406"/>
                  </a:cubicBezTo>
                  <a:lnTo>
                    <a:pt x="4287" y="5097"/>
                  </a:lnTo>
                  <a:lnTo>
                    <a:pt x="4287" y="4549"/>
                  </a:lnTo>
                  <a:cubicBezTo>
                    <a:pt x="4311" y="4513"/>
                    <a:pt x="4346" y="4490"/>
                    <a:pt x="4370" y="4466"/>
                  </a:cubicBezTo>
                  <a:cubicBezTo>
                    <a:pt x="4751" y="4109"/>
                    <a:pt x="4966" y="3620"/>
                    <a:pt x="4966" y="3097"/>
                  </a:cubicBezTo>
                  <a:lnTo>
                    <a:pt x="4966" y="2680"/>
                  </a:lnTo>
                  <a:cubicBezTo>
                    <a:pt x="5085" y="2430"/>
                    <a:pt x="5144" y="2180"/>
                    <a:pt x="5144" y="1894"/>
                  </a:cubicBezTo>
                  <a:lnTo>
                    <a:pt x="5144" y="168"/>
                  </a:lnTo>
                  <a:cubicBezTo>
                    <a:pt x="5144" y="72"/>
                    <a:pt x="5073" y="1"/>
                    <a:pt x="49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2"/>
            <p:cNvSpPr/>
            <p:nvPr/>
          </p:nvSpPr>
          <p:spPr>
            <a:xfrm>
              <a:off x="3204117" y="1836767"/>
              <a:ext cx="10630" cy="21261"/>
            </a:xfrm>
            <a:custGeom>
              <a:rect b="b" l="l" r="r" t="t"/>
              <a:pathLst>
                <a:path extrusionOk="0" h="668" w="334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500"/>
                  </a:lnTo>
                  <a:cubicBezTo>
                    <a:pt x="1" y="596"/>
                    <a:pt x="84" y="667"/>
                    <a:pt x="167" y="667"/>
                  </a:cubicBezTo>
                  <a:cubicBezTo>
                    <a:pt x="262" y="667"/>
                    <a:pt x="334" y="596"/>
                    <a:pt x="334" y="500"/>
                  </a:cubicBezTo>
                  <a:lnTo>
                    <a:pt x="334" y="167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2"/>
            <p:cNvSpPr/>
            <p:nvPr/>
          </p:nvSpPr>
          <p:spPr>
            <a:xfrm>
              <a:off x="3324616" y="1836767"/>
              <a:ext cx="10280" cy="21261"/>
            </a:xfrm>
            <a:custGeom>
              <a:rect b="b" l="l" r="r" t="t"/>
              <a:pathLst>
                <a:path extrusionOk="0" h="668" w="323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500"/>
                  </a:lnTo>
                  <a:cubicBezTo>
                    <a:pt x="1" y="596"/>
                    <a:pt x="72" y="667"/>
                    <a:pt x="167" y="667"/>
                  </a:cubicBezTo>
                  <a:cubicBezTo>
                    <a:pt x="251" y="667"/>
                    <a:pt x="322" y="596"/>
                    <a:pt x="322" y="500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2"/>
            <p:cNvSpPr/>
            <p:nvPr/>
          </p:nvSpPr>
          <p:spPr>
            <a:xfrm>
              <a:off x="3122257" y="1508594"/>
              <a:ext cx="294850" cy="278554"/>
            </a:xfrm>
            <a:custGeom>
              <a:rect b="b" l="l" r="r" t="t"/>
              <a:pathLst>
                <a:path extrusionOk="0" h="8752" w="9264">
                  <a:moveTo>
                    <a:pt x="3096" y="584"/>
                  </a:moveTo>
                  <a:lnTo>
                    <a:pt x="3096" y="584"/>
                  </a:lnTo>
                  <a:cubicBezTo>
                    <a:pt x="2858" y="798"/>
                    <a:pt x="2620" y="1060"/>
                    <a:pt x="2430" y="1382"/>
                  </a:cubicBezTo>
                  <a:cubicBezTo>
                    <a:pt x="2299" y="1584"/>
                    <a:pt x="2156" y="1810"/>
                    <a:pt x="2061" y="2048"/>
                  </a:cubicBezTo>
                  <a:lnTo>
                    <a:pt x="1168" y="2048"/>
                  </a:lnTo>
                  <a:cubicBezTo>
                    <a:pt x="1656" y="1394"/>
                    <a:pt x="2322" y="882"/>
                    <a:pt x="3096" y="584"/>
                  </a:cubicBezTo>
                  <a:close/>
                  <a:moveTo>
                    <a:pt x="4466" y="310"/>
                  </a:moveTo>
                  <a:lnTo>
                    <a:pt x="4466" y="2048"/>
                  </a:lnTo>
                  <a:lnTo>
                    <a:pt x="2418" y="2048"/>
                  </a:lnTo>
                  <a:cubicBezTo>
                    <a:pt x="2894" y="1048"/>
                    <a:pt x="3632" y="382"/>
                    <a:pt x="4466" y="310"/>
                  </a:cubicBezTo>
                  <a:close/>
                  <a:moveTo>
                    <a:pt x="4799" y="310"/>
                  </a:moveTo>
                  <a:cubicBezTo>
                    <a:pt x="5644" y="382"/>
                    <a:pt x="6371" y="1048"/>
                    <a:pt x="6847" y="2048"/>
                  </a:cubicBezTo>
                  <a:lnTo>
                    <a:pt x="4799" y="2048"/>
                  </a:lnTo>
                  <a:lnTo>
                    <a:pt x="4799" y="310"/>
                  </a:lnTo>
                  <a:close/>
                  <a:moveTo>
                    <a:pt x="6168" y="608"/>
                  </a:moveTo>
                  <a:cubicBezTo>
                    <a:pt x="6942" y="905"/>
                    <a:pt x="7609" y="1405"/>
                    <a:pt x="8097" y="2060"/>
                  </a:cubicBezTo>
                  <a:lnTo>
                    <a:pt x="7204" y="2060"/>
                  </a:lnTo>
                  <a:cubicBezTo>
                    <a:pt x="7097" y="1810"/>
                    <a:pt x="6966" y="1584"/>
                    <a:pt x="6835" y="1382"/>
                  </a:cubicBezTo>
                  <a:cubicBezTo>
                    <a:pt x="6621" y="1072"/>
                    <a:pt x="6406" y="810"/>
                    <a:pt x="6168" y="608"/>
                  </a:cubicBezTo>
                  <a:close/>
                  <a:moveTo>
                    <a:pt x="1941" y="2382"/>
                  </a:moveTo>
                  <a:cubicBezTo>
                    <a:pt x="1703" y="3013"/>
                    <a:pt x="1560" y="3715"/>
                    <a:pt x="1549" y="4465"/>
                  </a:cubicBezTo>
                  <a:lnTo>
                    <a:pt x="322" y="4465"/>
                  </a:lnTo>
                  <a:cubicBezTo>
                    <a:pt x="358" y="3703"/>
                    <a:pt x="584" y="2989"/>
                    <a:pt x="953" y="2382"/>
                  </a:cubicBezTo>
                  <a:close/>
                  <a:moveTo>
                    <a:pt x="8323" y="2382"/>
                  </a:moveTo>
                  <a:cubicBezTo>
                    <a:pt x="8692" y="2989"/>
                    <a:pt x="8919" y="3703"/>
                    <a:pt x="8942" y="4465"/>
                  </a:cubicBezTo>
                  <a:lnTo>
                    <a:pt x="7728" y="4465"/>
                  </a:lnTo>
                  <a:cubicBezTo>
                    <a:pt x="7692" y="3715"/>
                    <a:pt x="7561" y="3013"/>
                    <a:pt x="7335" y="2382"/>
                  </a:cubicBezTo>
                  <a:close/>
                  <a:moveTo>
                    <a:pt x="1537" y="4787"/>
                  </a:moveTo>
                  <a:cubicBezTo>
                    <a:pt x="1560" y="5466"/>
                    <a:pt x="1668" y="6132"/>
                    <a:pt x="1882" y="6739"/>
                  </a:cubicBezTo>
                  <a:lnTo>
                    <a:pt x="1918" y="6870"/>
                  </a:lnTo>
                  <a:lnTo>
                    <a:pt x="941" y="6870"/>
                  </a:lnTo>
                  <a:cubicBezTo>
                    <a:pt x="572" y="6239"/>
                    <a:pt x="346" y="5525"/>
                    <a:pt x="310" y="4787"/>
                  </a:cubicBezTo>
                  <a:close/>
                  <a:moveTo>
                    <a:pt x="8919" y="4787"/>
                  </a:moveTo>
                  <a:cubicBezTo>
                    <a:pt x="8919" y="5501"/>
                    <a:pt x="8704" y="6204"/>
                    <a:pt x="8347" y="6811"/>
                  </a:cubicBezTo>
                  <a:cubicBezTo>
                    <a:pt x="8335" y="6823"/>
                    <a:pt x="8323" y="6859"/>
                    <a:pt x="8311" y="6870"/>
                  </a:cubicBezTo>
                  <a:lnTo>
                    <a:pt x="7323" y="6870"/>
                  </a:lnTo>
                  <a:lnTo>
                    <a:pt x="7371" y="6739"/>
                  </a:lnTo>
                  <a:cubicBezTo>
                    <a:pt x="7573" y="6120"/>
                    <a:pt x="7680" y="5466"/>
                    <a:pt x="7692" y="4787"/>
                  </a:cubicBezTo>
                  <a:close/>
                  <a:moveTo>
                    <a:pt x="4632" y="1"/>
                  </a:moveTo>
                  <a:cubicBezTo>
                    <a:pt x="3394" y="1"/>
                    <a:pt x="2239" y="477"/>
                    <a:pt x="1358" y="1346"/>
                  </a:cubicBezTo>
                  <a:cubicBezTo>
                    <a:pt x="477" y="2227"/>
                    <a:pt x="1" y="3382"/>
                    <a:pt x="1" y="4620"/>
                  </a:cubicBezTo>
                  <a:cubicBezTo>
                    <a:pt x="1" y="6358"/>
                    <a:pt x="953" y="7930"/>
                    <a:pt x="2501" y="8728"/>
                  </a:cubicBezTo>
                  <a:cubicBezTo>
                    <a:pt x="2537" y="8752"/>
                    <a:pt x="2549" y="8752"/>
                    <a:pt x="2573" y="8752"/>
                  </a:cubicBezTo>
                  <a:cubicBezTo>
                    <a:pt x="2632" y="8752"/>
                    <a:pt x="2692" y="8716"/>
                    <a:pt x="2727" y="8656"/>
                  </a:cubicBezTo>
                  <a:cubicBezTo>
                    <a:pt x="2775" y="8585"/>
                    <a:pt x="2739" y="8478"/>
                    <a:pt x="2656" y="8430"/>
                  </a:cubicBezTo>
                  <a:cubicBezTo>
                    <a:pt x="2061" y="8121"/>
                    <a:pt x="1560" y="7692"/>
                    <a:pt x="1179" y="7180"/>
                  </a:cubicBezTo>
                  <a:lnTo>
                    <a:pt x="2072" y="7180"/>
                  </a:lnTo>
                  <a:cubicBezTo>
                    <a:pt x="2263" y="7632"/>
                    <a:pt x="2513" y="8013"/>
                    <a:pt x="2799" y="8335"/>
                  </a:cubicBezTo>
                  <a:cubicBezTo>
                    <a:pt x="2831" y="8368"/>
                    <a:pt x="2879" y="8386"/>
                    <a:pt x="2924" y="8386"/>
                  </a:cubicBezTo>
                  <a:cubicBezTo>
                    <a:pt x="2962" y="8386"/>
                    <a:pt x="2998" y="8374"/>
                    <a:pt x="3025" y="8347"/>
                  </a:cubicBezTo>
                  <a:cubicBezTo>
                    <a:pt x="3084" y="8287"/>
                    <a:pt x="3096" y="8180"/>
                    <a:pt x="3037" y="8121"/>
                  </a:cubicBezTo>
                  <a:cubicBezTo>
                    <a:pt x="2799" y="7859"/>
                    <a:pt x="2596" y="7537"/>
                    <a:pt x="2430" y="7180"/>
                  </a:cubicBezTo>
                  <a:cubicBezTo>
                    <a:pt x="2501" y="7168"/>
                    <a:pt x="2561" y="7109"/>
                    <a:pt x="2561" y="7025"/>
                  </a:cubicBezTo>
                  <a:cubicBezTo>
                    <a:pt x="2561" y="6930"/>
                    <a:pt x="2489" y="6859"/>
                    <a:pt x="2394" y="6859"/>
                  </a:cubicBezTo>
                  <a:lnTo>
                    <a:pt x="2275" y="6859"/>
                  </a:lnTo>
                  <a:cubicBezTo>
                    <a:pt x="2025" y="6228"/>
                    <a:pt x="1894" y="5513"/>
                    <a:pt x="1882" y="4775"/>
                  </a:cubicBezTo>
                  <a:lnTo>
                    <a:pt x="2061" y="4775"/>
                  </a:lnTo>
                  <a:cubicBezTo>
                    <a:pt x="2144" y="4775"/>
                    <a:pt x="2215" y="4704"/>
                    <a:pt x="2215" y="4608"/>
                  </a:cubicBezTo>
                  <a:cubicBezTo>
                    <a:pt x="2215" y="4513"/>
                    <a:pt x="2144" y="4442"/>
                    <a:pt x="2061" y="4442"/>
                  </a:cubicBezTo>
                  <a:lnTo>
                    <a:pt x="1882" y="4442"/>
                  </a:lnTo>
                  <a:cubicBezTo>
                    <a:pt x="1894" y="3680"/>
                    <a:pt x="2037" y="2965"/>
                    <a:pt x="2275" y="2358"/>
                  </a:cubicBezTo>
                  <a:lnTo>
                    <a:pt x="4478" y="2358"/>
                  </a:lnTo>
                  <a:lnTo>
                    <a:pt x="4478" y="2715"/>
                  </a:lnTo>
                  <a:cubicBezTo>
                    <a:pt x="4478" y="2810"/>
                    <a:pt x="4561" y="2882"/>
                    <a:pt x="4644" y="2882"/>
                  </a:cubicBezTo>
                  <a:cubicBezTo>
                    <a:pt x="4739" y="2882"/>
                    <a:pt x="4811" y="2810"/>
                    <a:pt x="4811" y="2715"/>
                  </a:cubicBezTo>
                  <a:lnTo>
                    <a:pt x="4811" y="2358"/>
                  </a:lnTo>
                  <a:lnTo>
                    <a:pt x="7014" y="2358"/>
                  </a:lnTo>
                  <a:cubicBezTo>
                    <a:pt x="7252" y="2965"/>
                    <a:pt x="7395" y="3680"/>
                    <a:pt x="7418" y="4442"/>
                  </a:cubicBezTo>
                  <a:lnTo>
                    <a:pt x="7204" y="4442"/>
                  </a:lnTo>
                  <a:cubicBezTo>
                    <a:pt x="7121" y="4442"/>
                    <a:pt x="7037" y="4513"/>
                    <a:pt x="7037" y="4608"/>
                  </a:cubicBezTo>
                  <a:cubicBezTo>
                    <a:pt x="7037" y="4704"/>
                    <a:pt x="7121" y="4775"/>
                    <a:pt x="7204" y="4775"/>
                  </a:cubicBezTo>
                  <a:lnTo>
                    <a:pt x="7383" y="4775"/>
                  </a:lnTo>
                  <a:cubicBezTo>
                    <a:pt x="7371" y="5513"/>
                    <a:pt x="7216" y="6228"/>
                    <a:pt x="6978" y="6859"/>
                  </a:cubicBezTo>
                  <a:lnTo>
                    <a:pt x="6859" y="6859"/>
                  </a:lnTo>
                  <a:cubicBezTo>
                    <a:pt x="6775" y="6859"/>
                    <a:pt x="6704" y="6930"/>
                    <a:pt x="6704" y="7025"/>
                  </a:cubicBezTo>
                  <a:cubicBezTo>
                    <a:pt x="6704" y="7109"/>
                    <a:pt x="6764" y="7168"/>
                    <a:pt x="6835" y="7180"/>
                  </a:cubicBezTo>
                  <a:cubicBezTo>
                    <a:pt x="6668" y="7537"/>
                    <a:pt x="6466" y="7859"/>
                    <a:pt x="6228" y="8121"/>
                  </a:cubicBezTo>
                  <a:cubicBezTo>
                    <a:pt x="6168" y="8180"/>
                    <a:pt x="6168" y="8287"/>
                    <a:pt x="6240" y="8347"/>
                  </a:cubicBezTo>
                  <a:cubicBezTo>
                    <a:pt x="6263" y="8371"/>
                    <a:pt x="6311" y="8394"/>
                    <a:pt x="6347" y="8394"/>
                  </a:cubicBezTo>
                  <a:cubicBezTo>
                    <a:pt x="6383" y="8394"/>
                    <a:pt x="6430" y="8371"/>
                    <a:pt x="6466" y="8335"/>
                  </a:cubicBezTo>
                  <a:cubicBezTo>
                    <a:pt x="6740" y="8013"/>
                    <a:pt x="7002" y="7621"/>
                    <a:pt x="7192" y="7180"/>
                  </a:cubicBezTo>
                  <a:lnTo>
                    <a:pt x="8085" y="7180"/>
                  </a:lnTo>
                  <a:cubicBezTo>
                    <a:pt x="7728" y="7656"/>
                    <a:pt x="7299" y="8061"/>
                    <a:pt x="6775" y="8347"/>
                  </a:cubicBezTo>
                  <a:cubicBezTo>
                    <a:pt x="6704" y="8394"/>
                    <a:pt x="6668" y="8490"/>
                    <a:pt x="6716" y="8573"/>
                  </a:cubicBezTo>
                  <a:cubicBezTo>
                    <a:pt x="6749" y="8622"/>
                    <a:pt x="6804" y="8649"/>
                    <a:pt x="6863" y="8649"/>
                  </a:cubicBezTo>
                  <a:cubicBezTo>
                    <a:pt x="6889" y="8649"/>
                    <a:pt x="6916" y="8644"/>
                    <a:pt x="6942" y="8633"/>
                  </a:cubicBezTo>
                  <a:cubicBezTo>
                    <a:pt x="7621" y="8228"/>
                    <a:pt x="8204" y="7644"/>
                    <a:pt x="8621" y="6966"/>
                  </a:cubicBezTo>
                  <a:cubicBezTo>
                    <a:pt x="9038" y="6251"/>
                    <a:pt x="9264" y="5442"/>
                    <a:pt x="9264" y="4608"/>
                  </a:cubicBezTo>
                  <a:cubicBezTo>
                    <a:pt x="9264" y="3382"/>
                    <a:pt x="8788" y="2227"/>
                    <a:pt x="7907" y="1346"/>
                  </a:cubicBezTo>
                  <a:cubicBezTo>
                    <a:pt x="7025" y="477"/>
                    <a:pt x="5871" y="1"/>
                    <a:pt x="4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0" name="Google Shape;1490;p32"/>
          <p:cNvGrpSpPr/>
          <p:nvPr/>
        </p:nvGrpSpPr>
        <p:grpSpPr>
          <a:xfrm>
            <a:off x="3554350" y="2740562"/>
            <a:ext cx="320143" cy="392581"/>
            <a:chOff x="3086313" y="2877049"/>
            <a:chExt cx="320143" cy="392581"/>
          </a:xfrm>
        </p:grpSpPr>
        <p:sp>
          <p:nvSpPr>
            <p:cNvPr id="1491" name="Google Shape;1491;p32"/>
            <p:cNvSpPr/>
            <p:nvPr/>
          </p:nvSpPr>
          <p:spPr>
            <a:xfrm>
              <a:off x="3125749" y="2915371"/>
              <a:ext cx="240505" cy="354259"/>
            </a:xfrm>
            <a:custGeom>
              <a:rect b="b" l="l" r="r" t="t"/>
              <a:pathLst>
                <a:path extrusionOk="0" h="11121" w="7550">
                  <a:moveTo>
                    <a:pt x="3775" y="2929"/>
                  </a:moveTo>
                  <a:lnTo>
                    <a:pt x="3918" y="3120"/>
                  </a:lnTo>
                  <a:cubicBezTo>
                    <a:pt x="3871" y="3144"/>
                    <a:pt x="3823" y="3144"/>
                    <a:pt x="3775" y="3144"/>
                  </a:cubicBezTo>
                  <a:cubicBezTo>
                    <a:pt x="3740" y="3132"/>
                    <a:pt x="3692" y="3120"/>
                    <a:pt x="3644" y="3120"/>
                  </a:cubicBezTo>
                  <a:lnTo>
                    <a:pt x="3775" y="2929"/>
                  </a:lnTo>
                  <a:close/>
                  <a:moveTo>
                    <a:pt x="4168" y="3501"/>
                  </a:moveTo>
                  <a:lnTo>
                    <a:pt x="4299" y="3703"/>
                  </a:lnTo>
                  <a:cubicBezTo>
                    <a:pt x="4126" y="3751"/>
                    <a:pt x="3948" y="3775"/>
                    <a:pt x="3769" y="3775"/>
                  </a:cubicBezTo>
                  <a:cubicBezTo>
                    <a:pt x="3591" y="3775"/>
                    <a:pt x="3412" y="3751"/>
                    <a:pt x="3239" y="3703"/>
                  </a:cubicBezTo>
                  <a:lnTo>
                    <a:pt x="3382" y="3501"/>
                  </a:lnTo>
                  <a:cubicBezTo>
                    <a:pt x="3513" y="3560"/>
                    <a:pt x="3644" y="3572"/>
                    <a:pt x="3775" y="3572"/>
                  </a:cubicBezTo>
                  <a:cubicBezTo>
                    <a:pt x="3918" y="3572"/>
                    <a:pt x="4049" y="3537"/>
                    <a:pt x="4168" y="3501"/>
                  </a:cubicBezTo>
                  <a:close/>
                  <a:moveTo>
                    <a:pt x="3120" y="4132"/>
                  </a:moveTo>
                  <a:cubicBezTo>
                    <a:pt x="3275" y="4180"/>
                    <a:pt x="3418" y="4191"/>
                    <a:pt x="3561" y="4215"/>
                  </a:cubicBezTo>
                  <a:lnTo>
                    <a:pt x="3561" y="8109"/>
                  </a:lnTo>
                  <a:lnTo>
                    <a:pt x="3120" y="8109"/>
                  </a:lnTo>
                  <a:lnTo>
                    <a:pt x="3120" y="4132"/>
                  </a:lnTo>
                  <a:close/>
                  <a:moveTo>
                    <a:pt x="4430" y="4132"/>
                  </a:moveTo>
                  <a:lnTo>
                    <a:pt x="4430" y="8109"/>
                  </a:lnTo>
                  <a:lnTo>
                    <a:pt x="4001" y="8109"/>
                  </a:lnTo>
                  <a:lnTo>
                    <a:pt x="4001" y="4215"/>
                  </a:lnTo>
                  <a:cubicBezTo>
                    <a:pt x="4156" y="4191"/>
                    <a:pt x="4287" y="4180"/>
                    <a:pt x="4430" y="4132"/>
                  </a:cubicBezTo>
                  <a:close/>
                  <a:moveTo>
                    <a:pt x="3799" y="441"/>
                  </a:moveTo>
                  <a:cubicBezTo>
                    <a:pt x="4668" y="441"/>
                    <a:pt x="5490" y="786"/>
                    <a:pt x="6121" y="1394"/>
                  </a:cubicBezTo>
                  <a:cubicBezTo>
                    <a:pt x="6752" y="2025"/>
                    <a:pt x="7097" y="2858"/>
                    <a:pt x="7097" y="3751"/>
                  </a:cubicBezTo>
                  <a:cubicBezTo>
                    <a:pt x="7097" y="4620"/>
                    <a:pt x="6752" y="5442"/>
                    <a:pt x="6157" y="6073"/>
                  </a:cubicBezTo>
                  <a:cubicBezTo>
                    <a:pt x="5609" y="6632"/>
                    <a:pt x="5299" y="7347"/>
                    <a:pt x="5240" y="8109"/>
                  </a:cubicBezTo>
                  <a:lnTo>
                    <a:pt x="4883" y="8109"/>
                  </a:lnTo>
                  <a:lnTo>
                    <a:pt x="4883" y="3822"/>
                  </a:lnTo>
                  <a:cubicBezTo>
                    <a:pt x="4883" y="3775"/>
                    <a:pt x="4871" y="3739"/>
                    <a:pt x="4835" y="3703"/>
                  </a:cubicBezTo>
                  <a:lnTo>
                    <a:pt x="3978" y="2406"/>
                  </a:lnTo>
                  <a:cubicBezTo>
                    <a:pt x="3930" y="2346"/>
                    <a:pt x="3871" y="2310"/>
                    <a:pt x="3799" y="2310"/>
                  </a:cubicBezTo>
                  <a:cubicBezTo>
                    <a:pt x="3716" y="2310"/>
                    <a:pt x="3644" y="2334"/>
                    <a:pt x="3620" y="2406"/>
                  </a:cubicBezTo>
                  <a:lnTo>
                    <a:pt x="2751" y="3703"/>
                  </a:lnTo>
                  <a:cubicBezTo>
                    <a:pt x="2728" y="3739"/>
                    <a:pt x="2704" y="3775"/>
                    <a:pt x="2704" y="3822"/>
                  </a:cubicBezTo>
                  <a:lnTo>
                    <a:pt x="2704" y="8109"/>
                  </a:lnTo>
                  <a:lnTo>
                    <a:pt x="2347" y="8109"/>
                  </a:lnTo>
                  <a:cubicBezTo>
                    <a:pt x="2287" y="7347"/>
                    <a:pt x="1977" y="6632"/>
                    <a:pt x="1430" y="6073"/>
                  </a:cubicBezTo>
                  <a:cubicBezTo>
                    <a:pt x="834" y="5465"/>
                    <a:pt x="501" y="4656"/>
                    <a:pt x="489" y="3810"/>
                  </a:cubicBezTo>
                  <a:cubicBezTo>
                    <a:pt x="477" y="2929"/>
                    <a:pt x="823" y="2096"/>
                    <a:pt x="1430" y="1453"/>
                  </a:cubicBezTo>
                  <a:cubicBezTo>
                    <a:pt x="2049" y="822"/>
                    <a:pt x="2870" y="453"/>
                    <a:pt x="3751" y="441"/>
                  </a:cubicBezTo>
                  <a:close/>
                  <a:moveTo>
                    <a:pt x="5228" y="8561"/>
                  </a:moveTo>
                  <a:lnTo>
                    <a:pt x="5228" y="8835"/>
                  </a:lnTo>
                  <a:lnTo>
                    <a:pt x="5228" y="8883"/>
                  </a:lnTo>
                  <a:lnTo>
                    <a:pt x="2335" y="8883"/>
                  </a:lnTo>
                  <a:lnTo>
                    <a:pt x="2335" y="8835"/>
                  </a:lnTo>
                  <a:lnTo>
                    <a:pt x="2335" y="8561"/>
                  </a:lnTo>
                  <a:close/>
                  <a:moveTo>
                    <a:pt x="5121" y="9311"/>
                  </a:moveTo>
                  <a:cubicBezTo>
                    <a:pt x="4942" y="9752"/>
                    <a:pt x="4525" y="10026"/>
                    <a:pt x="4037" y="10026"/>
                  </a:cubicBezTo>
                  <a:lnTo>
                    <a:pt x="3525" y="10026"/>
                  </a:lnTo>
                  <a:cubicBezTo>
                    <a:pt x="3037" y="10026"/>
                    <a:pt x="2620" y="9728"/>
                    <a:pt x="2442" y="9311"/>
                  </a:cubicBezTo>
                  <a:close/>
                  <a:moveTo>
                    <a:pt x="4049" y="10478"/>
                  </a:moveTo>
                  <a:cubicBezTo>
                    <a:pt x="4061" y="10478"/>
                    <a:pt x="4109" y="10478"/>
                    <a:pt x="4132" y="10490"/>
                  </a:cubicBezTo>
                  <a:cubicBezTo>
                    <a:pt x="4132" y="10597"/>
                    <a:pt x="4049" y="10668"/>
                    <a:pt x="3954" y="10668"/>
                  </a:cubicBezTo>
                  <a:lnTo>
                    <a:pt x="3620" y="10668"/>
                  </a:lnTo>
                  <a:cubicBezTo>
                    <a:pt x="3513" y="10668"/>
                    <a:pt x="3442" y="10585"/>
                    <a:pt x="3442" y="10490"/>
                  </a:cubicBezTo>
                  <a:lnTo>
                    <a:pt x="3442" y="10478"/>
                  </a:lnTo>
                  <a:close/>
                  <a:moveTo>
                    <a:pt x="3762" y="0"/>
                  </a:moveTo>
                  <a:cubicBezTo>
                    <a:pt x="3746" y="0"/>
                    <a:pt x="3731" y="0"/>
                    <a:pt x="3716" y="0"/>
                  </a:cubicBezTo>
                  <a:cubicBezTo>
                    <a:pt x="1656" y="24"/>
                    <a:pt x="1" y="1739"/>
                    <a:pt x="13" y="3810"/>
                  </a:cubicBezTo>
                  <a:cubicBezTo>
                    <a:pt x="25" y="4775"/>
                    <a:pt x="406" y="5680"/>
                    <a:pt x="1073" y="6370"/>
                  </a:cubicBezTo>
                  <a:cubicBezTo>
                    <a:pt x="1596" y="6906"/>
                    <a:pt x="1870" y="7609"/>
                    <a:pt x="1870" y="8335"/>
                  </a:cubicBezTo>
                  <a:lnTo>
                    <a:pt x="1870" y="8835"/>
                  </a:lnTo>
                  <a:cubicBezTo>
                    <a:pt x="1870" y="9549"/>
                    <a:pt x="2335" y="10168"/>
                    <a:pt x="2966" y="10383"/>
                  </a:cubicBezTo>
                  <a:lnTo>
                    <a:pt x="2966" y="10490"/>
                  </a:lnTo>
                  <a:cubicBezTo>
                    <a:pt x="2966" y="10835"/>
                    <a:pt x="3239" y="11121"/>
                    <a:pt x="3585" y="11121"/>
                  </a:cubicBezTo>
                  <a:lnTo>
                    <a:pt x="3930" y="11121"/>
                  </a:lnTo>
                  <a:cubicBezTo>
                    <a:pt x="4275" y="11121"/>
                    <a:pt x="4549" y="10835"/>
                    <a:pt x="4549" y="10490"/>
                  </a:cubicBezTo>
                  <a:lnTo>
                    <a:pt x="4549" y="10383"/>
                  </a:lnTo>
                  <a:cubicBezTo>
                    <a:pt x="5192" y="10168"/>
                    <a:pt x="5645" y="9549"/>
                    <a:pt x="5645" y="8835"/>
                  </a:cubicBezTo>
                  <a:lnTo>
                    <a:pt x="5645" y="8335"/>
                  </a:lnTo>
                  <a:cubicBezTo>
                    <a:pt x="5645" y="7609"/>
                    <a:pt x="5918" y="6918"/>
                    <a:pt x="6442" y="6382"/>
                  </a:cubicBezTo>
                  <a:cubicBezTo>
                    <a:pt x="7133" y="5680"/>
                    <a:pt x="7502" y="4751"/>
                    <a:pt x="7502" y="3763"/>
                  </a:cubicBezTo>
                  <a:cubicBezTo>
                    <a:pt x="7550" y="2751"/>
                    <a:pt x="7145" y="1798"/>
                    <a:pt x="6418" y="1084"/>
                  </a:cubicBezTo>
                  <a:cubicBezTo>
                    <a:pt x="5715" y="380"/>
                    <a:pt x="4757" y="0"/>
                    <a:pt x="37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2"/>
            <p:cNvSpPr/>
            <p:nvPr/>
          </p:nvSpPr>
          <p:spPr>
            <a:xfrm>
              <a:off x="3263076" y="2942511"/>
              <a:ext cx="79287" cy="99579"/>
            </a:xfrm>
            <a:custGeom>
              <a:rect b="b" l="l" r="r" t="t"/>
              <a:pathLst>
                <a:path extrusionOk="0" h="3126" w="2489">
                  <a:moveTo>
                    <a:pt x="246" y="1"/>
                  </a:moveTo>
                  <a:cubicBezTo>
                    <a:pt x="146" y="1"/>
                    <a:pt x="56" y="59"/>
                    <a:pt x="36" y="161"/>
                  </a:cubicBezTo>
                  <a:cubicBezTo>
                    <a:pt x="0" y="280"/>
                    <a:pt x="60" y="399"/>
                    <a:pt x="179" y="422"/>
                  </a:cubicBezTo>
                  <a:cubicBezTo>
                    <a:pt x="1286" y="744"/>
                    <a:pt x="2048" y="1768"/>
                    <a:pt x="2048" y="2899"/>
                  </a:cubicBezTo>
                  <a:cubicBezTo>
                    <a:pt x="2048" y="3018"/>
                    <a:pt x="2143" y="3125"/>
                    <a:pt x="2262" y="3125"/>
                  </a:cubicBezTo>
                  <a:cubicBezTo>
                    <a:pt x="2381" y="3125"/>
                    <a:pt x="2488" y="3018"/>
                    <a:pt x="2488" y="2899"/>
                  </a:cubicBezTo>
                  <a:cubicBezTo>
                    <a:pt x="2488" y="1577"/>
                    <a:pt x="1595" y="387"/>
                    <a:pt x="298" y="6"/>
                  </a:cubicBezTo>
                  <a:cubicBezTo>
                    <a:pt x="280" y="2"/>
                    <a:pt x="263" y="1"/>
                    <a:pt x="2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2"/>
            <p:cNvSpPr/>
            <p:nvPr/>
          </p:nvSpPr>
          <p:spPr>
            <a:xfrm>
              <a:off x="3237656" y="2939262"/>
              <a:ext cx="20897" cy="14462"/>
            </a:xfrm>
            <a:custGeom>
              <a:rect b="b" l="l" r="r" t="t"/>
              <a:pathLst>
                <a:path extrusionOk="0" h="454" w="656">
                  <a:moveTo>
                    <a:pt x="227" y="1"/>
                  </a:moveTo>
                  <a:cubicBezTo>
                    <a:pt x="107" y="1"/>
                    <a:pt x="0" y="108"/>
                    <a:pt x="0" y="227"/>
                  </a:cubicBezTo>
                  <a:cubicBezTo>
                    <a:pt x="0" y="346"/>
                    <a:pt x="107" y="453"/>
                    <a:pt x="227" y="453"/>
                  </a:cubicBezTo>
                  <a:lnTo>
                    <a:pt x="417" y="453"/>
                  </a:lnTo>
                  <a:cubicBezTo>
                    <a:pt x="536" y="453"/>
                    <a:pt x="619" y="358"/>
                    <a:pt x="643" y="251"/>
                  </a:cubicBezTo>
                  <a:cubicBezTo>
                    <a:pt x="655" y="108"/>
                    <a:pt x="560" y="1"/>
                    <a:pt x="4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2"/>
            <p:cNvSpPr/>
            <p:nvPr/>
          </p:nvSpPr>
          <p:spPr>
            <a:xfrm>
              <a:off x="3379888" y="3029539"/>
              <a:ext cx="26567" cy="14048"/>
            </a:xfrm>
            <a:custGeom>
              <a:rect b="b" l="l" r="r" t="t"/>
              <a:pathLst>
                <a:path extrusionOk="0" h="441" w="834">
                  <a:moveTo>
                    <a:pt x="226" y="0"/>
                  </a:moveTo>
                  <a:cubicBezTo>
                    <a:pt x="107" y="0"/>
                    <a:pt x="0" y="107"/>
                    <a:pt x="0" y="226"/>
                  </a:cubicBezTo>
                  <a:cubicBezTo>
                    <a:pt x="0" y="346"/>
                    <a:pt x="107" y="441"/>
                    <a:pt x="226" y="441"/>
                  </a:cubicBezTo>
                  <a:lnTo>
                    <a:pt x="607" y="441"/>
                  </a:lnTo>
                  <a:cubicBezTo>
                    <a:pt x="726" y="441"/>
                    <a:pt x="834" y="346"/>
                    <a:pt x="834" y="226"/>
                  </a:cubicBezTo>
                  <a:cubicBezTo>
                    <a:pt x="822" y="107"/>
                    <a:pt x="726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2"/>
            <p:cNvSpPr/>
            <p:nvPr/>
          </p:nvSpPr>
          <p:spPr>
            <a:xfrm>
              <a:off x="3086313" y="3029539"/>
              <a:ext cx="26599" cy="14048"/>
            </a:xfrm>
            <a:custGeom>
              <a:rect b="b" l="l" r="r" t="t"/>
              <a:pathLst>
                <a:path extrusionOk="0" h="441" w="835">
                  <a:moveTo>
                    <a:pt x="227" y="0"/>
                  </a:moveTo>
                  <a:cubicBezTo>
                    <a:pt x="108" y="0"/>
                    <a:pt x="1" y="107"/>
                    <a:pt x="1" y="226"/>
                  </a:cubicBezTo>
                  <a:cubicBezTo>
                    <a:pt x="1" y="346"/>
                    <a:pt x="108" y="441"/>
                    <a:pt x="227" y="441"/>
                  </a:cubicBezTo>
                  <a:lnTo>
                    <a:pt x="608" y="441"/>
                  </a:lnTo>
                  <a:cubicBezTo>
                    <a:pt x="727" y="441"/>
                    <a:pt x="834" y="346"/>
                    <a:pt x="834" y="226"/>
                  </a:cubicBezTo>
                  <a:cubicBezTo>
                    <a:pt x="834" y="107"/>
                    <a:pt x="727" y="0"/>
                    <a:pt x="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2"/>
            <p:cNvSpPr/>
            <p:nvPr/>
          </p:nvSpPr>
          <p:spPr>
            <a:xfrm>
              <a:off x="3359788" y="2953469"/>
              <a:ext cx="26567" cy="20355"/>
            </a:xfrm>
            <a:custGeom>
              <a:rect b="b" l="l" r="r" t="t"/>
              <a:pathLst>
                <a:path extrusionOk="0" h="639" w="834">
                  <a:moveTo>
                    <a:pt x="594" y="0"/>
                  </a:moveTo>
                  <a:cubicBezTo>
                    <a:pt x="555" y="0"/>
                    <a:pt x="514" y="13"/>
                    <a:pt x="476" y="43"/>
                  </a:cubicBezTo>
                  <a:lnTo>
                    <a:pt x="155" y="233"/>
                  </a:lnTo>
                  <a:cubicBezTo>
                    <a:pt x="48" y="293"/>
                    <a:pt x="0" y="424"/>
                    <a:pt x="83" y="531"/>
                  </a:cubicBezTo>
                  <a:cubicBezTo>
                    <a:pt x="119" y="602"/>
                    <a:pt x="203" y="638"/>
                    <a:pt x="274" y="638"/>
                  </a:cubicBezTo>
                  <a:cubicBezTo>
                    <a:pt x="310" y="638"/>
                    <a:pt x="345" y="614"/>
                    <a:pt x="381" y="602"/>
                  </a:cubicBezTo>
                  <a:lnTo>
                    <a:pt x="703" y="412"/>
                  </a:lnTo>
                  <a:cubicBezTo>
                    <a:pt x="810" y="352"/>
                    <a:pt x="834" y="221"/>
                    <a:pt x="774" y="114"/>
                  </a:cubicBezTo>
                  <a:cubicBezTo>
                    <a:pt x="735" y="45"/>
                    <a:pt x="667" y="0"/>
                    <a:pt x="59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2"/>
            <p:cNvSpPr/>
            <p:nvPr/>
          </p:nvSpPr>
          <p:spPr>
            <a:xfrm>
              <a:off x="3106413" y="3100034"/>
              <a:ext cx="26599" cy="20164"/>
            </a:xfrm>
            <a:custGeom>
              <a:rect b="b" l="l" r="r" t="t"/>
              <a:pathLst>
                <a:path extrusionOk="0" h="633" w="835">
                  <a:moveTo>
                    <a:pt x="590" y="0"/>
                  </a:moveTo>
                  <a:cubicBezTo>
                    <a:pt x="550" y="0"/>
                    <a:pt x="511" y="12"/>
                    <a:pt x="477" y="38"/>
                  </a:cubicBezTo>
                  <a:lnTo>
                    <a:pt x="144" y="228"/>
                  </a:lnTo>
                  <a:cubicBezTo>
                    <a:pt x="36" y="288"/>
                    <a:pt x="1" y="419"/>
                    <a:pt x="72" y="526"/>
                  </a:cubicBezTo>
                  <a:cubicBezTo>
                    <a:pt x="108" y="597"/>
                    <a:pt x="191" y="633"/>
                    <a:pt x="263" y="633"/>
                  </a:cubicBezTo>
                  <a:cubicBezTo>
                    <a:pt x="310" y="633"/>
                    <a:pt x="334" y="609"/>
                    <a:pt x="370" y="597"/>
                  </a:cubicBezTo>
                  <a:lnTo>
                    <a:pt x="691" y="407"/>
                  </a:lnTo>
                  <a:cubicBezTo>
                    <a:pt x="787" y="347"/>
                    <a:pt x="834" y="216"/>
                    <a:pt x="775" y="109"/>
                  </a:cubicBezTo>
                  <a:cubicBezTo>
                    <a:pt x="736" y="40"/>
                    <a:pt x="663" y="0"/>
                    <a:pt x="5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2"/>
            <p:cNvSpPr/>
            <p:nvPr/>
          </p:nvSpPr>
          <p:spPr>
            <a:xfrm>
              <a:off x="3308565" y="2897277"/>
              <a:ext cx="22044" cy="24178"/>
            </a:xfrm>
            <a:custGeom>
              <a:rect b="b" l="l" r="r" t="t"/>
              <a:pathLst>
                <a:path extrusionOk="0" h="759" w="692">
                  <a:moveTo>
                    <a:pt x="441" y="1"/>
                  </a:moveTo>
                  <a:cubicBezTo>
                    <a:pt x="369" y="1"/>
                    <a:pt x="301" y="35"/>
                    <a:pt x="263" y="104"/>
                  </a:cubicBezTo>
                  <a:lnTo>
                    <a:pt x="60" y="438"/>
                  </a:lnTo>
                  <a:cubicBezTo>
                    <a:pt x="1" y="533"/>
                    <a:pt x="37" y="676"/>
                    <a:pt x="144" y="735"/>
                  </a:cubicBezTo>
                  <a:cubicBezTo>
                    <a:pt x="167" y="747"/>
                    <a:pt x="215" y="759"/>
                    <a:pt x="239" y="759"/>
                  </a:cubicBezTo>
                  <a:cubicBezTo>
                    <a:pt x="322" y="759"/>
                    <a:pt x="394" y="711"/>
                    <a:pt x="441" y="652"/>
                  </a:cubicBezTo>
                  <a:lnTo>
                    <a:pt x="632" y="330"/>
                  </a:lnTo>
                  <a:cubicBezTo>
                    <a:pt x="691" y="223"/>
                    <a:pt x="656" y="92"/>
                    <a:pt x="560" y="33"/>
                  </a:cubicBezTo>
                  <a:cubicBezTo>
                    <a:pt x="522" y="11"/>
                    <a:pt x="481" y="1"/>
                    <a:pt x="44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2"/>
            <p:cNvSpPr/>
            <p:nvPr/>
          </p:nvSpPr>
          <p:spPr>
            <a:xfrm>
              <a:off x="3239153" y="2877049"/>
              <a:ext cx="14080" cy="26599"/>
            </a:xfrm>
            <a:custGeom>
              <a:rect b="b" l="l" r="r" t="t"/>
              <a:pathLst>
                <a:path extrusionOk="0" h="835" w="442">
                  <a:moveTo>
                    <a:pt x="215" y="1"/>
                  </a:moveTo>
                  <a:cubicBezTo>
                    <a:pt x="96" y="1"/>
                    <a:pt x="1" y="96"/>
                    <a:pt x="1" y="215"/>
                  </a:cubicBezTo>
                  <a:lnTo>
                    <a:pt x="1" y="608"/>
                  </a:lnTo>
                  <a:cubicBezTo>
                    <a:pt x="1" y="727"/>
                    <a:pt x="96" y="834"/>
                    <a:pt x="215" y="834"/>
                  </a:cubicBezTo>
                  <a:cubicBezTo>
                    <a:pt x="334" y="834"/>
                    <a:pt x="441" y="727"/>
                    <a:pt x="441" y="608"/>
                  </a:cubicBezTo>
                  <a:lnTo>
                    <a:pt x="441" y="215"/>
                  </a:lnTo>
                  <a:cubicBezTo>
                    <a:pt x="441" y="96"/>
                    <a:pt x="358" y="1"/>
                    <a:pt x="2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2"/>
            <p:cNvSpPr/>
            <p:nvPr/>
          </p:nvSpPr>
          <p:spPr>
            <a:xfrm>
              <a:off x="3161809" y="2897500"/>
              <a:ext cx="22394" cy="24337"/>
            </a:xfrm>
            <a:custGeom>
              <a:rect b="b" l="l" r="r" t="t"/>
              <a:pathLst>
                <a:path extrusionOk="0" h="764" w="703">
                  <a:moveTo>
                    <a:pt x="262" y="0"/>
                  </a:moveTo>
                  <a:cubicBezTo>
                    <a:pt x="222" y="0"/>
                    <a:pt x="181" y="12"/>
                    <a:pt x="143" y="38"/>
                  </a:cubicBezTo>
                  <a:cubicBezTo>
                    <a:pt x="48" y="97"/>
                    <a:pt x="0" y="228"/>
                    <a:pt x="72" y="335"/>
                  </a:cubicBezTo>
                  <a:lnTo>
                    <a:pt x="262" y="669"/>
                  </a:lnTo>
                  <a:cubicBezTo>
                    <a:pt x="310" y="740"/>
                    <a:pt x="381" y="764"/>
                    <a:pt x="464" y="764"/>
                  </a:cubicBezTo>
                  <a:cubicBezTo>
                    <a:pt x="500" y="764"/>
                    <a:pt x="536" y="752"/>
                    <a:pt x="560" y="740"/>
                  </a:cubicBezTo>
                  <a:cubicBezTo>
                    <a:pt x="667" y="681"/>
                    <a:pt x="703" y="550"/>
                    <a:pt x="643" y="442"/>
                  </a:cubicBezTo>
                  <a:lnTo>
                    <a:pt x="441" y="109"/>
                  </a:lnTo>
                  <a:cubicBezTo>
                    <a:pt x="402" y="40"/>
                    <a:pt x="334" y="0"/>
                    <a:pt x="2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2"/>
            <p:cNvSpPr/>
            <p:nvPr/>
          </p:nvSpPr>
          <p:spPr>
            <a:xfrm>
              <a:off x="3106413" y="2953151"/>
              <a:ext cx="26599" cy="19909"/>
            </a:xfrm>
            <a:custGeom>
              <a:rect b="b" l="l" r="r" t="t"/>
              <a:pathLst>
                <a:path extrusionOk="0" h="625" w="835">
                  <a:moveTo>
                    <a:pt x="246" y="0"/>
                  </a:moveTo>
                  <a:cubicBezTo>
                    <a:pt x="168" y="0"/>
                    <a:pt x="92" y="40"/>
                    <a:pt x="60" y="112"/>
                  </a:cubicBezTo>
                  <a:cubicBezTo>
                    <a:pt x="1" y="208"/>
                    <a:pt x="25" y="350"/>
                    <a:pt x="132" y="410"/>
                  </a:cubicBezTo>
                  <a:lnTo>
                    <a:pt x="453" y="600"/>
                  </a:lnTo>
                  <a:cubicBezTo>
                    <a:pt x="489" y="612"/>
                    <a:pt x="537" y="624"/>
                    <a:pt x="560" y="624"/>
                  </a:cubicBezTo>
                  <a:cubicBezTo>
                    <a:pt x="632" y="624"/>
                    <a:pt x="715" y="589"/>
                    <a:pt x="751" y="529"/>
                  </a:cubicBezTo>
                  <a:cubicBezTo>
                    <a:pt x="834" y="422"/>
                    <a:pt x="787" y="291"/>
                    <a:pt x="679" y="231"/>
                  </a:cubicBezTo>
                  <a:lnTo>
                    <a:pt x="358" y="29"/>
                  </a:lnTo>
                  <a:cubicBezTo>
                    <a:pt x="323" y="10"/>
                    <a:pt x="284" y="0"/>
                    <a:pt x="2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2"/>
            <p:cNvSpPr/>
            <p:nvPr/>
          </p:nvSpPr>
          <p:spPr>
            <a:xfrm>
              <a:off x="3360520" y="3099811"/>
              <a:ext cx="25834" cy="20005"/>
            </a:xfrm>
            <a:custGeom>
              <a:rect b="b" l="l" r="r" t="t"/>
              <a:pathLst>
                <a:path extrusionOk="0" h="628" w="811">
                  <a:moveTo>
                    <a:pt x="239" y="1"/>
                  </a:moveTo>
                  <a:cubicBezTo>
                    <a:pt x="167" y="1"/>
                    <a:pt x="99" y="35"/>
                    <a:pt x="60" y="104"/>
                  </a:cubicBezTo>
                  <a:cubicBezTo>
                    <a:pt x="1" y="211"/>
                    <a:pt x="25" y="342"/>
                    <a:pt x="132" y="402"/>
                  </a:cubicBezTo>
                  <a:lnTo>
                    <a:pt x="453" y="592"/>
                  </a:lnTo>
                  <a:cubicBezTo>
                    <a:pt x="489" y="604"/>
                    <a:pt x="537" y="628"/>
                    <a:pt x="561" y="628"/>
                  </a:cubicBezTo>
                  <a:cubicBezTo>
                    <a:pt x="632" y="628"/>
                    <a:pt x="715" y="580"/>
                    <a:pt x="751" y="521"/>
                  </a:cubicBezTo>
                  <a:cubicBezTo>
                    <a:pt x="811" y="426"/>
                    <a:pt x="787" y="283"/>
                    <a:pt x="680" y="223"/>
                  </a:cubicBezTo>
                  <a:lnTo>
                    <a:pt x="358" y="33"/>
                  </a:lnTo>
                  <a:cubicBezTo>
                    <a:pt x="320" y="11"/>
                    <a:pt x="279" y="1"/>
                    <a:pt x="2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3" name="Google Shape;1503;p32"/>
          <p:cNvGrpSpPr/>
          <p:nvPr/>
        </p:nvGrpSpPr>
        <p:grpSpPr>
          <a:xfrm>
            <a:off x="4349599" y="2795941"/>
            <a:ext cx="332757" cy="281833"/>
            <a:chOff x="6671087" y="2009304"/>
            <a:chExt cx="332757" cy="281833"/>
          </a:xfrm>
        </p:grpSpPr>
        <p:sp>
          <p:nvSpPr>
            <p:cNvPr id="1504" name="Google Shape;1504;p32"/>
            <p:cNvSpPr/>
            <p:nvPr/>
          </p:nvSpPr>
          <p:spPr>
            <a:xfrm>
              <a:off x="6671087" y="2023658"/>
              <a:ext cx="331993" cy="267478"/>
            </a:xfrm>
            <a:custGeom>
              <a:rect b="b" l="l" r="r" t="t"/>
              <a:pathLst>
                <a:path extrusionOk="0" h="8404" w="10431">
                  <a:moveTo>
                    <a:pt x="6359" y="2272"/>
                  </a:moveTo>
                  <a:lnTo>
                    <a:pt x="7192" y="2546"/>
                  </a:lnTo>
                  <a:cubicBezTo>
                    <a:pt x="7203" y="2553"/>
                    <a:pt x="7215" y="2556"/>
                    <a:pt x="7228" y="2556"/>
                  </a:cubicBezTo>
                  <a:cubicBezTo>
                    <a:pt x="7261" y="2556"/>
                    <a:pt x="7298" y="2539"/>
                    <a:pt x="7323" y="2522"/>
                  </a:cubicBezTo>
                  <a:lnTo>
                    <a:pt x="7585" y="2332"/>
                  </a:lnTo>
                  <a:lnTo>
                    <a:pt x="9419" y="4725"/>
                  </a:lnTo>
                  <a:lnTo>
                    <a:pt x="9109" y="4951"/>
                  </a:lnTo>
                  <a:cubicBezTo>
                    <a:pt x="9097" y="4927"/>
                    <a:pt x="9061" y="4915"/>
                    <a:pt x="9050" y="4903"/>
                  </a:cubicBezTo>
                  <a:lnTo>
                    <a:pt x="5882" y="3177"/>
                  </a:lnTo>
                  <a:lnTo>
                    <a:pt x="6002" y="2987"/>
                  </a:lnTo>
                  <a:cubicBezTo>
                    <a:pt x="6049" y="2903"/>
                    <a:pt x="6025" y="2820"/>
                    <a:pt x="5954" y="2772"/>
                  </a:cubicBezTo>
                  <a:cubicBezTo>
                    <a:pt x="5929" y="2755"/>
                    <a:pt x="5900" y="2747"/>
                    <a:pt x="5873" y="2747"/>
                  </a:cubicBezTo>
                  <a:cubicBezTo>
                    <a:pt x="5822" y="2747"/>
                    <a:pt x="5775" y="2774"/>
                    <a:pt x="5752" y="2820"/>
                  </a:cubicBezTo>
                  <a:lnTo>
                    <a:pt x="5418" y="3356"/>
                  </a:lnTo>
                  <a:cubicBezTo>
                    <a:pt x="5406" y="3379"/>
                    <a:pt x="5382" y="3415"/>
                    <a:pt x="5382" y="3427"/>
                  </a:cubicBezTo>
                  <a:lnTo>
                    <a:pt x="5382" y="4725"/>
                  </a:lnTo>
                  <a:cubicBezTo>
                    <a:pt x="5382" y="4987"/>
                    <a:pt x="5168" y="5213"/>
                    <a:pt x="4894" y="5213"/>
                  </a:cubicBezTo>
                  <a:cubicBezTo>
                    <a:pt x="4632" y="5213"/>
                    <a:pt x="4406" y="4987"/>
                    <a:pt x="4406" y="4725"/>
                  </a:cubicBezTo>
                  <a:lnTo>
                    <a:pt x="4406" y="3439"/>
                  </a:lnTo>
                  <a:lnTo>
                    <a:pt x="4704" y="2272"/>
                  </a:lnTo>
                  <a:close/>
                  <a:moveTo>
                    <a:pt x="2692" y="1796"/>
                  </a:moveTo>
                  <a:lnTo>
                    <a:pt x="2930" y="1927"/>
                  </a:lnTo>
                  <a:lnTo>
                    <a:pt x="929" y="5392"/>
                  </a:lnTo>
                  <a:lnTo>
                    <a:pt x="691" y="5261"/>
                  </a:lnTo>
                  <a:lnTo>
                    <a:pt x="2692" y="1796"/>
                  </a:lnTo>
                  <a:close/>
                  <a:moveTo>
                    <a:pt x="3215" y="4844"/>
                  </a:moveTo>
                  <a:cubicBezTo>
                    <a:pt x="3323" y="4844"/>
                    <a:pt x="3406" y="4892"/>
                    <a:pt x="3489" y="4975"/>
                  </a:cubicBezTo>
                  <a:cubicBezTo>
                    <a:pt x="3608" y="5130"/>
                    <a:pt x="3561" y="5344"/>
                    <a:pt x="3406" y="5451"/>
                  </a:cubicBezTo>
                  <a:lnTo>
                    <a:pt x="2323" y="6213"/>
                  </a:lnTo>
                  <a:cubicBezTo>
                    <a:pt x="2266" y="6255"/>
                    <a:pt x="2199" y="6275"/>
                    <a:pt x="2131" y="6275"/>
                  </a:cubicBezTo>
                  <a:cubicBezTo>
                    <a:pt x="2027" y="6275"/>
                    <a:pt x="1923" y="6228"/>
                    <a:pt x="1858" y="6142"/>
                  </a:cubicBezTo>
                  <a:cubicBezTo>
                    <a:pt x="1763" y="5987"/>
                    <a:pt x="1787" y="5785"/>
                    <a:pt x="1942" y="5677"/>
                  </a:cubicBezTo>
                  <a:lnTo>
                    <a:pt x="3025" y="4903"/>
                  </a:lnTo>
                  <a:cubicBezTo>
                    <a:pt x="3085" y="4856"/>
                    <a:pt x="3156" y="4844"/>
                    <a:pt x="3215" y="4844"/>
                  </a:cubicBezTo>
                  <a:close/>
                  <a:moveTo>
                    <a:pt x="3811" y="5606"/>
                  </a:moveTo>
                  <a:cubicBezTo>
                    <a:pt x="3918" y="5606"/>
                    <a:pt x="4001" y="5665"/>
                    <a:pt x="4061" y="5737"/>
                  </a:cubicBezTo>
                  <a:cubicBezTo>
                    <a:pt x="4180" y="5880"/>
                    <a:pt x="4144" y="6106"/>
                    <a:pt x="3989" y="6213"/>
                  </a:cubicBezTo>
                  <a:lnTo>
                    <a:pt x="3156" y="6820"/>
                  </a:lnTo>
                  <a:cubicBezTo>
                    <a:pt x="3100" y="6863"/>
                    <a:pt x="3032" y="6883"/>
                    <a:pt x="2964" y="6883"/>
                  </a:cubicBezTo>
                  <a:cubicBezTo>
                    <a:pt x="2861" y="6883"/>
                    <a:pt x="2756" y="6835"/>
                    <a:pt x="2692" y="6749"/>
                  </a:cubicBezTo>
                  <a:cubicBezTo>
                    <a:pt x="2573" y="6594"/>
                    <a:pt x="2620" y="6380"/>
                    <a:pt x="2775" y="6273"/>
                  </a:cubicBezTo>
                  <a:lnTo>
                    <a:pt x="3573" y="5689"/>
                  </a:lnTo>
                  <a:cubicBezTo>
                    <a:pt x="3608" y="5677"/>
                    <a:pt x="3632" y="5642"/>
                    <a:pt x="3668" y="5630"/>
                  </a:cubicBezTo>
                  <a:cubicBezTo>
                    <a:pt x="3704" y="5618"/>
                    <a:pt x="3763" y="5606"/>
                    <a:pt x="3811" y="5606"/>
                  </a:cubicBezTo>
                  <a:close/>
                  <a:moveTo>
                    <a:pt x="4415" y="6386"/>
                  </a:moveTo>
                  <a:cubicBezTo>
                    <a:pt x="4516" y="6386"/>
                    <a:pt x="4617" y="6431"/>
                    <a:pt x="4680" y="6523"/>
                  </a:cubicBezTo>
                  <a:cubicBezTo>
                    <a:pt x="4799" y="6666"/>
                    <a:pt x="4751" y="6892"/>
                    <a:pt x="4597" y="6999"/>
                  </a:cubicBezTo>
                  <a:lnTo>
                    <a:pt x="4001" y="7416"/>
                  </a:lnTo>
                  <a:cubicBezTo>
                    <a:pt x="3946" y="7462"/>
                    <a:pt x="3883" y="7479"/>
                    <a:pt x="3814" y="7479"/>
                  </a:cubicBezTo>
                  <a:cubicBezTo>
                    <a:pt x="3793" y="7479"/>
                    <a:pt x="3773" y="7478"/>
                    <a:pt x="3751" y="7475"/>
                  </a:cubicBezTo>
                  <a:cubicBezTo>
                    <a:pt x="3668" y="7463"/>
                    <a:pt x="3585" y="7416"/>
                    <a:pt x="3525" y="7344"/>
                  </a:cubicBezTo>
                  <a:cubicBezTo>
                    <a:pt x="3430" y="7189"/>
                    <a:pt x="3454" y="6987"/>
                    <a:pt x="3608" y="6880"/>
                  </a:cubicBezTo>
                  <a:lnTo>
                    <a:pt x="4180" y="6463"/>
                  </a:lnTo>
                  <a:lnTo>
                    <a:pt x="4216" y="6451"/>
                  </a:lnTo>
                  <a:cubicBezTo>
                    <a:pt x="4274" y="6407"/>
                    <a:pt x="4344" y="6386"/>
                    <a:pt x="4415" y="6386"/>
                  </a:cubicBezTo>
                  <a:close/>
                  <a:moveTo>
                    <a:pt x="2894" y="2594"/>
                  </a:moveTo>
                  <a:lnTo>
                    <a:pt x="3168" y="2760"/>
                  </a:lnTo>
                  <a:cubicBezTo>
                    <a:pt x="3193" y="2769"/>
                    <a:pt x="3212" y="2777"/>
                    <a:pt x="3234" y="2777"/>
                  </a:cubicBezTo>
                  <a:cubicBezTo>
                    <a:pt x="3243" y="2777"/>
                    <a:pt x="3253" y="2776"/>
                    <a:pt x="3263" y="2772"/>
                  </a:cubicBezTo>
                  <a:lnTo>
                    <a:pt x="3977" y="2677"/>
                  </a:lnTo>
                  <a:lnTo>
                    <a:pt x="4239" y="2784"/>
                  </a:lnTo>
                  <a:lnTo>
                    <a:pt x="4097" y="3379"/>
                  </a:lnTo>
                  <a:lnTo>
                    <a:pt x="4097" y="3415"/>
                  </a:lnTo>
                  <a:lnTo>
                    <a:pt x="4097" y="4701"/>
                  </a:lnTo>
                  <a:cubicBezTo>
                    <a:pt x="4097" y="5154"/>
                    <a:pt x="4454" y="5511"/>
                    <a:pt x="4894" y="5511"/>
                  </a:cubicBezTo>
                  <a:cubicBezTo>
                    <a:pt x="5347" y="5511"/>
                    <a:pt x="5704" y="5154"/>
                    <a:pt x="5704" y="4701"/>
                  </a:cubicBezTo>
                  <a:lnTo>
                    <a:pt x="5704" y="3439"/>
                  </a:lnTo>
                  <a:lnTo>
                    <a:pt x="5728" y="3391"/>
                  </a:lnTo>
                  <a:lnTo>
                    <a:pt x="8919" y="5118"/>
                  </a:lnTo>
                  <a:cubicBezTo>
                    <a:pt x="9061" y="5261"/>
                    <a:pt x="9121" y="5463"/>
                    <a:pt x="9038" y="5630"/>
                  </a:cubicBezTo>
                  <a:cubicBezTo>
                    <a:pt x="8973" y="5742"/>
                    <a:pt x="8860" y="5806"/>
                    <a:pt x="8742" y="5806"/>
                  </a:cubicBezTo>
                  <a:cubicBezTo>
                    <a:pt x="8685" y="5806"/>
                    <a:pt x="8627" y="5792"/>
                    <a:pt x="8573" y="5761"/>
                  </a:cubicBezTo>
                  <a:lnTo>
                    <a:pt x="6799" y="4796"/>
                  </a:lnTo>
                  <a:cubicBezTo>
                    <a:pt x="6777" y="4781"/>
                    <a:pt x="6753" y="4775"/>
                    <a:pt x="6730" y="4775"/>
                  </a:cubicBezTo>
                  <a:cubicBezTo>
                    <a:pt x="6679" y="4775"/>
                    <a:pt x="6630" y="4807"/>
                    <a:pt x="6597" y="4856"/>
                  </a:cubicBezTo>
                  <a:cubicBezTo>
                    <a:pt x="6549" y="4927"/>
                    <a:pt x="6585" y="5023"/>
                    <a:pt x="6656" y="5058"/>
                  </a:cubicBezTo>
                  <a:lnTo>
                    <a:pt x="8133" y="5868"/>
                  </a:lnTo>
                  <a:cubicBezTo>
                    <a:pt x="8288" y="5951"/>
                    <a:pt x="8347" y="6166"/>
                    <a:pt x="8264" y="6332"/>
                  </a:cubicBezTo>
                  <a:cubicBezTo>
                    <a:pt x="8198" y="6439"/>
                    <a:pt x="8080" y="6501"/>
                    <a:pt x="7959" y="6501"/>
                  </a:cubicBezTo>
                  <a:cubicBezTo>
                    <a:pt x="7905" y="6501"/>
                    <a:pt x="7851" y="6489"/>
                    <a:pt x="7799" y="6463"/>
                  </a:cubicBezTo>
                  <a:lnTo>
                    <a:pt x="6299" y="5642"/>
                  </a:lnTo>
                  <a:cubicBezTo>
                    <a:pt x="6277" y="5627"/>
                    <a:pt x="6252" y="5620"/>
                    <a:pt x="6227" y="5620"/>
                  </a:cubicBezTo>
                  <a:cubicBezTo>
                    <a:pt x="6173" y="5620"/>
                    <a:pt x="6118" y="5652"/>
                    <a:pt x="6085" y="5701"/>
                  </a:cubicBezTo>
                  <a:cubicBezTo>
                    <a:pt x="6049" y="5773"/>
                    <a:pt x="6073" y="5868"/>
                    <a:pt x="6144" y="5916"/>
                  </a:cubicBezTo>
                  <a:lnTo>
                    <a:pt x="7371" y="6570"/>
                  </a:lnTo>
                  <a:cubicBezTo>
                    <a:pt x="7537" y="6654"/>
                    <a:pt x="7597" y="6868"/>
                    <a:pt x="7502" y="7023"/>
                  </a:cubicBezTo>
                  <a:cubicBezTo>
                    <a:pt x="7444" y="7139"/>
                    <a:pt x="7322" y="7203"/>
                    <a:pt x="7197" y="7203"/>
                  </a:cubicBezTo>
                  <a:cubicBezTo>
                    <a:pt x="7143" y="7203"/>
                    <a:pt x="7088" y="7191"/>
                    <a:pt x="7037" y="7166"/>
                  </a:cubicBezTo>
                  <a:lnTo>
                    <a:pt x="5775" y="6463"/>
                  </a:lnTo>
                  <a:cubicBezTo>
                    <a:pt x="5753" y="6448"/>
                    <a:pt x="5728" y="6442"/>
                    <a:pt x="5704" y="6442"/>
                  </a:cubicBezTo>
                  <a:cubicBezTo>
                    <a:pt x="5650" y="6442"/>
                    <a:pt x="5597" y="6474"/>
                    <a:pt x="5573" y="6523"/>
                  </a:cubicBezTo>
                  <a:cubicBezTo>
                    <a:pt x="5525" y="6594"/>
                    <a:pt x="5549" y="6689"/>
                    <a:pt x="5632" y="6725"/>
                  </a:cubicBezTo>
                  <a:lnTo>
                    <a:pt x="6609" y="7261"/>
                  </a:lnTo>
                  <a:cubicBezTo>
                    <a:pt x="6775" y="7356"/>
                    <a:pt x="6835" y="7559"/>
                    <a:pt x="6740" y="7725"/>
                  </a:cubicBezTo>
                  <a:cubicBezTo>
                    <a:pt x="6683" y="7838"/>
                    <a:pt x="6567" y="7902"/>
                    <a:pt x="6450" y="7902"/>
                  </a:cubicBezTo>
                  <a:cubicBezTo>
                    <a:pt x="6394" y="7902"/>
                    <a:pt x="6337" y="7887"/>
                    <a:pt x="6287" y="7856"/>
                  </a:cubicBezTo>
                  <a:lnTo>
                    <a:pt x="5597" y="7487"/>
                  </a:lnTo>
                  <a:cubicBezTo>
                    <a:pt x="5597" y="7344"/>
                    <a:pt x="5549" y="7201"/>
                    <a:pt x="5466" y="7082"/>
                  </a:cubicBezTo>
                  <a:cubicBezTo>
                    <a:pt x="5347" y="6939"/>
                    <a:pt x="5168" y="6844"/>
                    <a:pt x="4990" y="6832"/>
                  </a:cubicBezTo>
                  <a:cubicBezTo>
                    <a:pt x="4990" y="6820"/>
                    <a:pt x="4990" y="6808"/>
                    <a:pt x="5001" y="6785"/>
                  </a:cubicBezTo>
                  <a:cubicBezTo>
                    <a:pt x="5037" y="6606"/>
                    <a:pt x="4990" y="6451"/>
                    <a:pt x="4882" y="6308"/>
                  </a:cubicBezTo>
                  <a:cubicBezTo>
                    <a:pt x="4763" y="6166"/>
                    <a:pt x="4585" y="6070"/>
                    <a:pt x="4406" y="6058"/>
                  </a:cubicBezTo>
                  <a:cubicBezTo>
                    <a:pt x="4406" y="6046"/>
                    <a:pt x="4406" y="6035"/>
                    <a:pt x="4418" y="6011"/>
                  </a:cubicBezTo>
                  <a:cubicBezTo>
                    <a:pt x="4454" y="5832"/>
                    <a:pt x="4406" y="5677"/>
                    <a:pt x="4299" y="5535"/>
                  </a:cubicBezTo>
                  <a:cubicBezTo>
                    <a:pt x="4180" y="5392"/>
                    <a:pt x="4001" y="5296"/>
                    <a:pt x="3823" y="5284"/>
                  </a:cubicBezTo>
                  <a:cubicBezTo>
                    <a:pt x="3823" y="5273"/>
                    <a:pt x="3823" y="5261"/>
                    <a:pt x="3847" y="5237"/>
                  </a:cubicBezTo>
                  <a:cubicBezTo>
                    <a:pt x="3870" y="5058"/>
                    <a:pt x="3823" y="4903"/>
                    <a:pt x="3727" y="4761"/>
                  </a:cubicBezTo>
                  <a:cubicBezTo>
                    <a:pt x="3600" y="4597"/>
                    <a:pt x="3413" y="4515"/>
                    <a:pt x="3222" y="4515"/>
                  </a:cubicBezTo>
                  <a:cubicBezTo>
                    <a:pt x="3093" y="4515"/>
                    <a:pt x="2962" y="4553"/>
                    <a:pt x="2846" y="4630"/>
                  </a:cubicBezTo>
                  <a:lnTo>
                    <a:pt x="1775" y="5404"/>
                  </a:lnTo>
                  <a:lnTo>
                    <a:pt x="1382" y="5201"/>
                  </a:lnTo>
                  <a:lnTo>
                    <a:pt x="2894" y="2594"/>
                  </a:lnTo>
                  <a:close/>
                  <a:moveTo>
                    <a:pt x="5009" y="7159"/>
                  </a:moveTo>
                  <a:cubicBezTo>
                    <a:pt x="5109" y="7159"/>
                    <a:pt x="5207" y="7205"/>
                    <a:pt x="5263" y="7297"/>
                  </a:cubicBezTo>
                  <a:cubicBezTo>
                    <a:pt x="5311" y="7356"/>
                    <a:pt x="5347" y="7451"/>
                    <a:pt x="5335" y="7535"/>
                  </a:cubicBezTo>
                  <a:cubicBezTo>
                    <a:pt x="5311" y="7630"/>
                    <a:pt x="5263" y="7701"/>
                    <a:pt x="5192" y="7761"/>
                  </a:cubicBezTo>
                  <a:lnTo>
                    <a:pt x="4835" y="8011"/>
                  </a:lnTo>
                  <a:cubicBezTo>
                    <a:pt x="4778" y="8053"/>
                    <a:pt x="4711" y="8073"/>
                    <a:pt x="4643" y="8073"/>
                  </a:cubicBezTo>
                  <a:cubicBezTo>
                    <a:pt x="4539" y="8073"/>
                    <a:pt x="4435" y="8026"/>
                    <a:pt x="4370" y="7940"/>
                  </a:cubicBezTo>
                  <a:cubicBezTo>
                    <a:pt x="4275" y="7785"/>
                    <a:pt x="4299" y="7582"/>
                    <a:pt x="4454" y="7475"/>
                  </a:cubicBezTo>
                  <a:lnTo>
                    <a:pt x="4775" y="7237"/>
                  </a:lnTo>
                  <a:lnTo>
                    <a:pt x="4811" y="7225"/>
                  </a:lnTo>
                  <a:cubicBezTo>
                    <a:pt x="4869" y="7181"/>
                    <a:pt x="4940" y="7159"/>
                    <a:pt x="5009" y="7159"/>
                  </a:cubicBezTo>
                  <a:close/>
                  <a:moveTo>
                    <a:pt x="182" y="0"/>
                  </a:moveTo>
                  <a:cubicBezTo>
                    <a:pt x="131" y="0"/>
                    <a:pt x="81" y="32"/>
                    <a:pt x="48" y="81"/>
                  </a:cubicBezTo>
                  <a:cubicBezTo>
                    <a:pt x="1" y="153"/>
                    <a:pt x="25" y="248"/>
                    <a:pt x="108" y="284"/>
                  </a:cubicBezTo>
                  <a:lnTo>
                    <a:pt x="2430" y="1629"/>
                  </a:lnTo>
                  <a:lnTo>
                    <a:pt x="418" y="5094"/>
                  </a:lnTo>
                  <a:lnTo>
                    <a:pt x="251" y="5011"/>
                  </a:lnTo>
                  <a:cubicBezTo>
                    <a:pt x="226" y="4994"/>
                    <a:pt x="200" y="4986"/>
                    <a:pt x="175" y="4986"/>
                  </a:cubicBezTo>
                  <a:cubicBezTo>
                    <a:pt x="126" y="4986"/>
                    <a:pt x="80" y="5015"/>
                    <a:pt x="48" y="5070"/>
                  </a:cubicBezTo>
                  <a:cubicBezTo>
                    <a:pt x="1" y="5142"/>
                    <a:pt x="25" y="5225"/>
                    <a:pt x="108" y="5273"/>
                  </a:cubicBezTo>
                  <a:lnTo>
                    <a:pt x="906" y="5737"/>
                  </a:lnTo>
                  <a:cubicBezTo>
                    <a:pt x="932" y="5752"/>
                    <a:pt x="958" y="5759"/>
                    <a:pt x="983" y="5759"/>
                  </a:cubicBezTo>
                  <a:cubicBezTo>
                    <a:pt x="1038" y="5759"/>
                    <a:pt x="1087" y="5726"/>
                    <a:pt x="1120" y="5677"/>
                  </a:cubicBezTo>
                  <a:lnTo>
                    <a:pt x="1239" y="5463"/>
                  </a:lnTo>
                  <a:lnTo>
                    <a:pt x="1561" y="5642"/>
                  </a:lnTo>
                  <a:cubicBezTo>
                    <a:pt x="1465" y="5856"/>
                    <a:pt x="1465" y="6106"/>
                    <a:pt x="1608" y="6320"/>
                  </a:cubicBezTo>
                  <a:cubicBezTo>
                    <a:pt x="1727" y="6499"/>
                    <a:pt x="1942" y="6582"/>
                    <a:pt x="2132" y="6582"/>
                  </a:cubicBezTo>
                  <a:cubicBezTo>
                    <a:pt x="2192" y="6582"/>
                    <a:pt x="2263" y="6570"/>
                    <a:pt x="2323" y="6558"/>
                  </a:cubicBezTo>
                  <a:cubicBezTo>
                    <a:pt x="2323" y="6689"/>
                    <a:pt x="2370" y="6820"/>
                    <a:pt x="2442" y="6928"/>
                  </a:cubicBezTo>
                  <a:cubicBezTo>
                    <a:pt x="2561" y="7094"/>
                    <a:pt x="2751" y="7178"/>
                    <a:pt x="2965" y="7178"/>
                  </a:cubicBezTo>
                  <a:cubicBezTo>
                    <a:pt x="3025" y="7178"/>
                    <a:pt x="3096" y="7166"/>
                    <a:pt x="3156" y="7154"/>
                  </a:cubicBezTo>
                  <a:cubicBezTo>
                    <a:pt x="3156" y="7285"/>
                    <a:pt x="3204" y="7404"/>
                    <a:pt x="3275" y="7523"/>
                  </a:cubicBezTo>
                  <a:cubicBezTo>
                    <a:pt x="3382" y="7654"/>
                    <a:pt x="3525" y="7749"/>
                    <a:pt x="3692" y="7773"/>
                  </a:cubicBezTo>
                  <a:cubicBezTo>
                    <a:pt x="3716" y="7773"/>
                    <a:pt x="3763" y="7785"/>
                    <a:pt x="3799" y="7785"/>
                  </a:cubicBezTo>
                  <a:cubicBezTo>
                    <a:pt x="3858" y="7785"/>
                    <a:pt x="3930" y="7773"/>
                    <a:pt x="3989" y="7761"/>
                  </a:cubicBezTo>
                  <a:cubicBezTo>
                    <a:pt x="3989" y="7892"/>
                    <a:pt x="4037" y="8011"/>
                    <a:pt x="4108" y="8130"/>
                  </a:cubicBezTo>
                  <a:cubicBezTo>
                    <a:pt x="4216" y="8261"/>
                    <a:pt x="4358" y="8356"/>
                    <a:pt x="4525" y="8380"/>
                  </a:cubicBezTo>
                  <a:cubicBezTo>
                    <a:pt x="4549" y="8380"/>
                    <a:pt x="4597" y="8404"/>
                    <a:pt x="4632" y="8404"/>
                  </a:cubicBezTo>
                  <a:cubicBezTo>
                    <a:pt x="4763" y="8404"/>
                    <a:pt x="4894" y="8356"/>
                    <a:pt x="5001" y="8285"/>
                  </a:cubicBezTo>
                  <a:lnTo>
                    <a:pt x="5359" y="8023"/>
                  </a:lnTo>
                  <a:cubicBezTo>
                    <a:pt x="5430" y="7963"/>
                    <a:pt x="5490" y="7904"/>
                    <a:pt x="5537" y="7820"/>
                  </a:cubicBezTo>
                  <a:lnTo>
                    <a:pt x="6156" y="8166"/>
                  </a:lnTo>
                  <a:cubicBezTo>
                    <a:pt x="6252" y="8201"/>
                    <a:pt x="6359" y="8237"/>
                    <a:pt x="6478" y="8237"/>
                  </a:cubicBezTo>
                  <a:cubicBezTo>
                    <a:pt x="6537" y="8237"/>
                    <a:pt x="6597" y="8225"/>
                    <a:pt x="6656" y="8201"/>
                  </a:cubicBezTo>
                  <a:cubicBezTo>
                    <a:pt x="6811" y="8166"/>
                    <a:pt x="6954" y="8047"/>
                    <a:pt x="7037" y="7892"/>
                  </a:cubicBezTo>
                  <a:cubicBezTo>
                    <a:pt x="7097" y="7773"/>
                    <a:pt x="7133" y="7642"/>
                    <a:pt x="7109" y="7523"/>
                  </a:cubicBezTo>
                  <a:cubicBezTo>
                    <a:pt x="7156" y="7523"/>
                    <a:pt x="7192" y="7535"/>
                    <a:pt x="7228" y="7535"/>
                  </a:cubicBezTo>
                  <a:cubicBezTo>
                    <a:pt x="7454" y="7535"/>
                    <a:pt x="7680" y="7416"/>
                    <a:pt x="7799" y="7213"/>
                  </a:cubicBezTo>
                  <a:cubicBezTo>
                    <a:pt x="7859" y="7094"/>
                    <a:pt x="7883" y="6951"/>
                    <a:pt x="7871" y="6832"/>
                  </a:cubicBezTo>
                  <a:cubicBezTo>
                    <a:pt x="7918" y="6832"/>
                    <a:pt x="7942" y="6856"/>
                    <a:pt x="7990" y="6856"/>
                  </a:cubicBezTo>
                  <a:cubicBezTo>
                    <a:pt x="8216" y="6856"/>
                    <a:pt x="8442" y="6737"/>
                    <a:pt x="8561" y="6523"/>
                  </a:cubicBezTo>
                  <a:cubicBezTo>
                    <a:pt x="8621" y="6404"/>
                    <a:pt x="8645" y="6273"/>
                    <a:pt x="8633" y="6154"/>
                  </a:cubicBezTo>
                  <a:cubicBezTo>
                    <a:pt x="8680" y="6154"/>
                    <a:pt x="8704" y="6166"/>
                    <a:pt x="8752" y="6166"/>
                  </a:cubicBezTo>
                  <a:cubicBezTo>
                    <a:pt x="8811" y="6166"/>
                    <a:pt x="8871" y="6154"/>
                    <a:pt x="8930" y="6142"/>
                  </a:cubicBezTo>
                  <a:cubicBezTo>
                    <a:pt x="9097" y="6094"/>
                    <a:pt x="9228" y="5975"/>
                    <a:pt x="9311" y="5820"/>
                  </a:cubicBezTo>
                  <a:cubicBezTo>
                    <a:pt x="9407" y="5677"/>
                    <a:pt x="9419" y="5499"/>
                    <a:pt x="9359" y="5332"/>
                  </a:cubicBezTo>
                  <a:cubicBezTo>
                    <a:pt x="9347" y="5284"/>
                    <a:pt x="9335" y="5261"/>
                    <a:pt x="9311" y="5213"/>
                  </a:cubicBezTo>
                  <a:lnTo>
                    <a:pt x="9585" y="5023"/>
                  </a:lnTo>
                  <a:lnTo>
                    <a:pt x="9728" y="5201"/>
                  </a:lnTo>
                  <a:cubicBezTo>
                    <a:pt x="9756" y="5236"/>
                    <a:pt x="9804" y="5254"/>
                    <a:pt x="9853" y="5254"/>
                  </a:cubicBezTo>
                  <a:cubicBezTo>
                    <a:pt x="9889" y="5254"/>
                    <a:pt x="9925" y="5245"/>
                    <a:pt x="9954" y="5225"/>
                  </a:cubicBezTo>
                  <a:lnTo>
                    <a:pt x="10371" y="4903"/>
                  </a:lnTo>
                  <a:cubicBezTo>
                    <a:pt x="10431" y="4808"/>
                    <a:pt x="10431" y="4725"/>
                    <a:pt x="10395" y="4653"/>
                  </a:cubicBezTo>
                  <a:cubicBezTo>
                    <a:pt x="10350" y="4616"/>
                    <a:pt x="10300" y="4592"/>
                    <a:pt x="10254" y="4592"/>
                  </a:cubicBezTo>
                  <a:cubicBezTo>
                    <a:pt x="10228" y="4592"/>
                    <a:pt x="10202" y="4600"/>
                    <a:pt x="10181" y="4618"/>
                  </a:cubicBezTo>
                  <a:lnTo>
                    <a:pt x="9883" y="4856"/>
                  </a:lnTo>
                  <a:lnTo>
                    <a:pt x="7454" y="1689"/>
                  </a:lnTo>
                  <a:lnTo>
                    <a:pt x="8835" y="796"/>
                  </a:lnTo>
                  <a:cubicBezTo>
                    <a:pt x="8919" y="748"/>
                    <a:pt x="8930" y="665"/>
                    <a:pt x="8883" y="582"/>
                  </a:cubicBezTo>
                  <a:cubicBezTo>
                    <a:pt x="8854" y="539"/>
                    <a:pt x="8813" y="517"/>
                    <a:pt x="8769" y="517"/>
                  </a:cubicBezTo>
                  <a:cubicBezTo>
                    <a:pt x="8740" y="517"/>
                    <a:pt x="8709" y="527"/>
                    <a:pt x="8680" y="546"/>
                  </a:cubicBezTo>
                  <a:lnTo>
                    <a:pt x="7156" y="1522"/>
                  </a:lnTo>
                  <a:cubicBezTo>
                    <a:pt x="7085" y="1570"/>
                    <a:pt x="7073" y="1677"/>
                    <a:pt x="7109" y="1748"/>
                  </a:cubicBezTo>
                  <a:lnTo>
                    <a:pt x="7395" y="2106"/>
                  </a:lnTo>
                  <a:lnTo>
                    <a:pt x="7204" y="2248"/>
                  </a:lnTo>
                  <a:lnTo>
                    <a:pt x="6418" y="1998"/>
                  </a:lnTo>
                  <a:cubicBezTo>
                    <a:pt x="6406" y="1998"/>
                    <a:pt x="6383" y="1986"/>
                    <a:pt x="6371" y="1986"/>
                  </a:cubicBezTo>
                  <a:lnTo>
                    <a:pt x="4585" y="1986"/>
                  </a:lnTo>
                  <a:cubicBezTo>
                    <a:pt x="4513" y="1986"/>
                    <a:pt x="4454" y="2034"/>
                    <a:pt x="4442" y="2106"/>
                  </a:cubicBezTo>
                  <a:lnTo>
                    <a:pt x="4335" y="2510"/>
                  </a:lnTo>
                  <a:lnTo>
                    <a:pt x="4073" y="2403"/>
                  </a:lnTo>
                  <a:cubicBezTo>
                    <a:pt x="4049" y="2391"/>
                    <a:pt x="4037" y="2391"/>
                    <a:pt x="4001" y="2391"/>
                  </a:cubicBezTo>
                  <a:lnTo>
                    <a:pt x="3287" y="2475"/>
                  </a:lnTo>
                  <a:lnTo>
                    <a:pt x="3049" y="2344"/>
                  </a:lnTo>
                  <a:lnTo>
                    <a:pt x="3275" y="1939"/>
                  </a:lnTo>
                  <a:cubicBezTo>
                    <a:pt x="3323" y="1867"/>
                    <a:pt x="3287" y="1772"/>
                    <a:pt x="3215" y="1736"/>
                  </a:cubicBezTo>
                  <a:lnTo>
                    <a:pt x="251" y="22"/>
                  </a:lnTo>
                  <a:cubicBezTo>
                    <a:pt x="228" y="7"/>
                    <a:pt x="205" y="0"/>
                    <a:pt x="18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2"/>
            <p:cNvSpPr/>
            <p:nvPr/>
          </p:nvSpPr>
          <p:spPr>
            <a:xfrm>
              <a:off x="6965173" y="2009304"/>
              <a:ext cx="38670" cy="27181"/>
            </a:xfrm>
            <a:custGeom>
              <a:rect b="b" l="l" r="r" t="t"/>
              <a:pathLst>
                <a:path extrusionOk="0" h="854" w="1215">
                  <a:moveTo>
                    <a:pt x="1023" y="1"/>
                  </a:moveTo>
                  <a:cubicBezTo>
                    <a:pt x="995" y="1"/>
                    <a:pt x="966" y="8"/>
                    <a:pt x="941" y="20"/>
                  </a:cubicBezTo>
                  <a:lnTo>
                    <a:pt x="95" y="580"/>
                  </a:lnTo>
                  <a:cubicBezTo>
                    <a:pt x="12" y="616"/>
                    <a:pt x="0" y="711"/>
                    <a:pt x="48" y="782"/>
                  </a:cubicBezTo>
                  <a:cubicBezTo>
                    <a:pt x="83" y="830"/>
                    <a:pt x="119" y="854"/>
                    <a:pt x="179" y="854"/>
                  </a:cubicBezTo>
                  <a:cubicBezTo>
                    <a:pt x="214" y="854"/>
                    <a:pt x="238" y="842"/>
                    <a:pt x="274" y="830"/>
                  </a:cubicBezTo>
                  <a:lnTo>
                    <a:pt x="1119" y="282"/>
                  </a:lnTo>
                  <a:cubicBezTo>
                    <a:pt x="1179" y="235"/>
                    <a:pt x="1214" y="140"/>
                    <a:pt x="1155" y="68"/>
                  </a:cubicBezTo>
                  <a:cubicBezTo>
                    <a:pt x="1124" y="22"/>
                    <a:pt x="1074" y="1"/>
                    <a:pt x="102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Neleri Inceledik?</a:t>
            </a:r>
            <a:endParaRPr/>
          </a:p>
        </p:txBody>
      </p:sp>
      <p:sp>
        <p:nvSpPr>
          <p:cNvPr id="1511" name="Google Shape;1511;p33"/>
          <p:cNvSpPr txBox="1"/>
          <p:nvPr/>
        </p:nvSpPr>
        <p:spPr>
          <a:xfrm>
            <a:off x="922850" y="1353575"/>
            <a:ext cx="3168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Primary Key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Duplicate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NULL Değerleri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Tarih Uyuşmazlıkları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Eksik Ürün Bilgileri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Negatif Değerler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12" name="Google Shape;1512;p33"/>
          <p:cNvSpPr txBox="1"/>
          <p:nvPr/>
        </p:nvSpPr>
        <p:spPr>
          <a:xfrm>
            <a:off x="1001800" y="3137475"/>
            <a:ext cx="675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Bu bilgilere göre eksik ve/veya aykırı gördüğümüz tabloları temizledik ve analize uygun hale getirdik.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1513" name="Google Shape;1513;p33"/>
          <p:cNvGrpSpPr/>
          <p:nvPr/>
        </p:nvGrpSpPr>
        <p:grpSpPr>
          <a:xfrm>
            <a:off x="534992" y="3242949"/>
            <a:ext cx="466796" cy="404668"/>
            <a:chOff x="5037700" y="2430325"/>
            <a:chExt cx="75950" cy="65850"/>
          </a:xfrm>
        </p:grpSpPr>
        <p:sp>
          <p:nvSpPr>
            <p:cNvPr id="1514" name="Google Shape;1514;p33"/>
            <p:cNvSpPr/>
            <p:nvPr/>
          </p:nvSpPr>
          <p:spPr>
            <a:xfrm>
              <a:off x="5059700" y="2430325"/>
              <a:ext cx="53950" cy="65850"/>
            </a:xfrm>
            <a:custGeom>
              <a:rect b="b" l="l" r="r" t="t"/>
              <a:pathLst>
                <a:path extrusionOk="0" h="2634" w="2158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869F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0700" lIns="230700" spcFirstLastPara="1" rIns="230700" wrap="square" tIns="230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5037700" y="2430325"/>
              <a:ext cx="34100" cy="65850"/>
            </a:xfrm>
            <a:custGeom>
              <a:rect b="b" l="l" r="r" t="t"/>
              <a:pathLst>
                <a:path extrusionOk="0" h="2634" w="1364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869F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0700" lIns="230700" spcFirstLastPara="1" rIns="230700" wrap="square" tIns="230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Temizleme</a:t>
            </a:r>
            <a:endParaRPr/>
          </a:p>
        </p:txBody>
      </p:sp>
      <p:sp>
        <p:nvSpPr>
          <p:cNvPr id="1521" name="Google Shape;1521;p34"/>
          <p:cNvSpPr txBox="1"/>
          <p:nvPr>
            <p:ph type="title"/>
          </p:nvPr>
        </p:nvSpPr>
        <p:spPr>
          <a:xfrm>
            <a:off x="762800" y="1006118"/>
            <a:ext cx="7704000" cy="3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Customers</a:t>
            </a:r>
            <a:endParaRPr sz="1800"/>
          </a:p>
        </p:txBody>
      </p:sp>
      <p:sp>
        <p:nvSpPr>
          <p:cNvPr id="1522" name="Google Shape;1522;p34"/>
          <p:cNvSpPr txBox="1"/>
          <p:nvPr/>
        </p:nvSpPr>
        <p:spPr>
          <a:xfrm>
            <a:off x="762800" y="1309893"/>
            <a:ext cx="665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Yinelenen (duplicate) kayıtlar kontrol edildi.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Eksik müşteri bilgileri incelendi ve customer_flag sütunu oluşturularak geçerli kayıtlar işaretlendi.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23" name="Google Shape;1523;p34"/>
          <p:cNvSpPr txBox="1"/>
          <p:nvPr>
            <p:ph type="title"/>
          </p:nvPr>
        </p:nvSpPr>
        <p:spPr>
          <a:xfrm>
            <a:off x="762800" y="1700880"/>
            <a:ext cx="77040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Orders</a:t>
            </a:r>
            <a:endParaRPr sz="1800"/>
          </a:p>
        </p:txBody>
      </p:sp>
      <p:sp>
        <p:nvSpPr>
          <p:cNvPr id="1524" name="Google Shape;1524;p34"/>
          <p:cNvSpPr txBox="1"/>
          <p:nvPr/>
        </p:nvSpPr>
        <p:spPr>
          <a:xfrm>
            <a:off x="762800" y="2009218"/>
            <a:ext cx="5769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Tarih alanları (DATE/TIMESTAMP) standart formata dönüştürüldü.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Sipariş durumu ve eksik tarih bilgileri kontrol edildi.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25" name="Google Shape;1525;p34"/>
          <p:cNvSpPr txBox="1"/>
          <p:nvPr>
            <p:ph type="title"/>
          </p:nvPr>
        </p:nvSpPr>
        <p:spPr>
          <a:xfrm>
            <a:off x="762800" y="2391568"/>
            <a:ext cx="7704000" cy="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Order Items</a:t>
            </a:r>
            <a:endParaRPr sz="1800"/>
          </a:p>
        </p:txBody>
      </p:sp>
      <p:sp>
        <p:nvSpPr>
          <p:cNvPr id="1526" name="Google Shape;1526;p34"/>
          <p:cNvSpPr txBox="1"/>
          <p:nvPr/>
        </p:nvSpPr>
        <p:spPr>
          <a:xfrm>
            <a:off x="762800" y="2705343"/>
            <a:ext cx="5566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Fiyat (price) ve kargo ücreti (freight_value) veri tipleri doğrulandı.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Sipariş ve ürün anahtarlarının (ID) tutarlılığı kontrol edildi.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27" name="Google Shape;1527;p34"/>
          <p:cNvSpPr txBox="1"/>
          <p:nvPr>
            <p:ph type="title"/>
          </p:nvPr>
        </p:nvSpPr>
        <p:spPr>
          <a:xfrm>
            <a:off x="762800" y="3132368"/>
            <a:ext cx="7704000" cy="3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Products</a:t>
            </a:r>
            <a:endParaRPr sz="1800"/>
          </a:p>
        </p:txBody>
      </p:sp>
      <p:sp>
        <p:nvSpPr>
          <p:cNvPr id="1528" name="Google Shape;1528;p34"/>
          <p:cNvSpPr txBox="1"/>
          <p:nvPr/>
        </p:nvSpPr>
        <p:spPr>
          <a:xfrm>
            <a:off x="762800" y="3463450"/>
            <a:ext cx="416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Eksik ürün kategori bilgileri incelendi ve product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_flag oluşturularak eksik kayıtlar isimlendirildi.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29" name="Google Shape;1529;p34"/>
          <p:cNvSpPr txBox="1"/>
          <p:nvPr/>
        </p:nvSpPr>
        <p:spPr>
          <a:xfrm>
            <a:off x="762800" y="3899718"/>
            <a:ext cx="404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Product Category Translation</a:t>
            </a:r>
            <a:r>
              <a:rPr lang="en"/>
              <a:t> </a:t>
            </a:r>
            <a:endParaRPr/>
          </a:p>
        </p:txBody>
      </p:sp>
      <p:sp>
        <p:nvSpPr>
          <p:cNvPr id="1530" name="Google Shape;1530;p34"/>
          <p:cNvSpPr txBox="1"/>
          <p:nvPr/>
        </p:nvSpPr>
        <p:spPr>
          <a:xfrm>
            <a:off x="762800" y="4221543"/>
            <a:ext cx="528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Portekizce ürün kategorileri İngilizce karşılıklarıyla eşleştirildi.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Kategori isimleri standart hale getirildi.</a:t>
            </a:r>
            <a:endParaRPr/>
          </a:p>
        </p:txBody>
      </p:sp>
      <p:pic>
        <p:nvPicPr>
          <p:cNvPr id="1531" name="Google Shape;1531;p34" title="data-preparation-to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575" y="1358313"/>
            <a:ext cx="4263476" cy="350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Temizleme</a:t>
            </a:r>
            <a:endParaRPr/>
          </a:p>
        </p:txBody>
      </p:sp>
      <p:sp>
        <p:nvSpPr>
          <p:cNvPr id="1537" name="Google Shape;1537;p35"/>
          <p:cNvSpPr txBox="1"/>
          <p:nvPr>
            <p:ph type="title"/>
          </p:nvPr>
        </p:nvSpPr>
        <p:spPr>
          <a:xfrm>
            <a:off x="762800" y="1006118"/>
            <a:ext cx="7704000" cy="3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Payments</a:t>
            </a:r>
            <a:endParaRPr sz="1800"/>
          </a:p>
        </p:txBody>
      </p:sp>
      <p:sp>
        <p:nvSpPr>
          <p:cNvPr id="1538" name="Google Shape;1538;p35"/>
          <p:cNvSpPr txBox="1"/>
          <p:nvPr/>
        </p:nvSpPr>
        <p:spPr>
          <a:xfrm>
            <a:off x="762800" y="1309893"/>
            <a:ext cx="66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Ödeme türleri ve ödeme tutarları kontrol edildi.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Veri tipleri doğrulandı ve analiz için uygun hale getirildi.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39" name="Google Shape;1539;p35"/>
          <p:cNvSpPr txBox="1"/>
          <p:nvPr>
            <p:ph type="title"/>
          </p:nvPr>
        </p:nvSpPr>
        <p:spPr>
          <a:xfrm>
            <a:off x="762800" y="1700880"/>
            <a:ext cx="77040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Reviews</a:t>
            </a:r>
            <a:endParaRPr sz="1800"/>
          </a:p>
        </p:txBody>
      </p:sp>
      <p:sp>
        <p:nvSpPr>
          <p:cNvPr id="1540" name="Google Shape;1540;p35"/>
          <p:cNvSpPr txBox="1"/>
          <p:nvPr/>
        </p:nvSpPr>
        <p:spPr>
          <a:xfrm>
            <a:off x="762800" y="2009218"/>
            <a:ext cx="5769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Yorum puanları (review_score) doğrulandı.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Eksik yorum metinleri analiz dışında bırakıldı.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41" name="Google Shape;1541;p35"/>
          <p:cNvSpPr txBox="1"/>
          <p:nvPr>
            <p:ph type="title"/>
          </p:nvPr>
        </p:nvSpPr>
        <p:spPr>
          <a:xfrm>
            <a:off x="762800" y="2391568"/>
            <a:ext cx="7704000" cy="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Sellers</a:t>
            </a:r>
            <a:endParaRPr sz="1800"/>
          </a:p>
        </p:txBody>
      </p:sp>
      <p:sp>
        <p:nvSpPr>
          <p:cNvPr id="1542" name="Google Shape;1542;p35"/>
          <p:cNvSpPr txBox="1"/>
          <p:nvPr/>
        </p:nvSpPr>
        <p:spPr>
          <a:xfrm>
            <a:off x="762800" y="2705343"/>
            <a:ext cx="5566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Satıcı şehir ve eyalet bilgileri standartlaştırıldı.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Yinelenen kayıtlar kontrol edildi.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543" name="Google Shape;1543;p35" title="data-analysis-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6225" y="183057"/>
            <a:ext cx="3731025" cy="39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Vakalar</a:t>
            </a:r>
            <a:endParaRPr/>
          </a:p>
        </p:txBody>
      </p:sp>
      <p:sp>
        <p:nvSpPr>
          <p:cNvPr id="1549" name="Google Shape;1549;p36"/>
          <p:cNvSpPr txBox="1"/>
          <p:nvPr>
            <p:ph idx="1" type="subTitle"/>
          </p:nvPr>
        </p:nvSpPr>
        <p:spPr>
          <a:xfrm>
            <a:off x="4725900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Toplam gelir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Aylık gelir trendi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Ortalama sipariş tutarı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Ödeme tiplerine göre gelir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İptal edilen siparişler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Zaman bazlı analizler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6"/>
          <p:cNvSpPr txBox="1"/>
          <p:nvPr>
            <p:ph idx="2" type="subTitle"/>
          </p:nvPr>
        </p:nvSpPr>
        <p:spPr>
          <a:xfrm>
            <a:off x="720000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 çok satan ürünler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 çok gelir getiren ürünler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Kategori bazında satışlar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Ortalama ürün fiyatları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Ürün başına sipariş adedi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 başarılı kategoriler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6"/>
          <p:cNvSpPr txBox="1"/>
          <p:nvPr>
            <p:ph idx="3" type="subTitle"/>
          </p:nvPr>
        </p:nvSpPr>
        <p:spPr>
          <a:xfrm>
            <a:off x="800850" y="1460025"/>
            <a:ext cx="3929400" cy="4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Ürün Performansı Değerlendirmesi </a:t>
            </a:r>
            <a:endParaRPr sz="1400"/>
          </a:p>
        </p:txBody>
      </p:sp>
      <p:sp>
        <p:nvSpPr>
          <p:cNvPr id="1552" name="Google Shape;1552;p36"/>
          <p:cNvSpPr txBox="1"/>
          <p:nvPr>
            <p:ph idx="4" type="subTitle"/>
          </p:nvPr>
        </p:nvSpPr>
        <p:spPr>
          <a:xfrm>
            <a:off x="4725900" y="1460025"/>
            <a:ext cx="3698100" cy="4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Sipariş ve Gelir Analizi </a:t>
            </a:r>
            <a:endParaRPr sz="1400"/>
          </a:p>
        </p:txBody>
      </p:sp>
      <p:sp>
        <p:nvSpPr>
          <p:cNvPr id="1553" name="Google Shape;1553;p36"/>
          <p:cNvSpPr/>
          <p:nvPr/>
        </p:nvSpPr>
        <p:spPr>
          <a:xfrm>
            <a:off x="720000" y="1244275"/>
            <a:ext cx="3402000" cy="2923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54" name="Google Shape;1554;p36"/>
          <p:cNvSpPr/>
          <p:nvPr/>
        </p:nvSpPr>
        <p:spPr>
          <a:xfrm>
            <a:off x="4653175" y="1244275"/>
            <a:ext cx="3402000" cy="2923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Sonuçlar</a:t>
            </a:r>
            <a:endParaRPr/>
          </a:p>
        </p:txBody>
      </p:sp>
      <p:sp>
        <p:nvSpPr>
          <p:cNvPr id="1560" name="Google Shape;1560;p37"/>
          <p:cNvSpPr txBox="1"/>
          <p:nvPr>
            <p:ph type="title"/>
          </p:nvPr>
        </p:nvSpPr>
        <p:spPr>
          <a:xfrm>
            <a:off x="720000" y="10177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Toplam Gelir</a:t>
            </a:r>
            <a:endParaRPr sz="2000"/>
          </a:p>
        </p:txBody>
      </p:sp>
      <p:sp>
        <p:nvSpPr>
          <p:cNvPr id="1561" name="Google Shape;1561;p37"/>
          <p:cNvSpPr txBox="1"/>
          <p:nvPr/>
        </p:nvSpPr>
        <p:spPr>
          <a:xfrm>
            <a:off x="720000" y="1443900"/>
            <a:ext cx="47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Platform toplam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13.59 milyon ₺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satış geliri elde etmiş.</a:t>
            </a:r>
            <a:endParaRPr/>
          </a:p>
        </p:txBody>
      </p:sp>
      <p:sp>
        <p:nvSpPr>
          <p:cNvPr id="1562" name="Google Shape;1562;p37"/>
          <p:cNvSpPr txBox="1"/>
          <p:nvPr>
            <p:ph type="title"/>
          </p:nvPr>
        </p:nvSpPr>
        <p:spPr>
          <a:xfrm>
            <a:off x="720000" y="21791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Toplam Sipariş</a:t>
            </a:r>
            <a:endParaRPr sz="2000"/>
          </a:p>
        </p:txBody>
      </p:sp>
      <p:sp>
        <p:nvSpPr>
          <p:cNvPr id="1563" name="Google Shape;1563;p37"/>
          <p:cNvSpPr txBox="1"/>
          <p:nvPr/>
        </p:nvSpPr>
        <p:spPr>
          <a:xfrm>
            <a:off x="720000" y="2597825"/>
            <a:ext cx="43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Toplam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98.666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benzersiz sipariş verilmiş.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64" name="Google Shape;1564;p37"/>
          <p:cNvSpPr txBox="1"/>
          <p:nvPr>
            <p:ph type="title"/>
          </p:nvPr>
        </p:nvSpPr>
        <p:spPr>
          <a:xfrm>
            <a:off x="691000" y="3282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Ortalama Sipariş Değeri (AOV)</a:t>
            </a:r>
            <a:endParaRPr sz="2000"/>
          </a:p>
        </p:txBody>
      </p:sp>
      <p:sp>
        <p:nvSpPr>
          <p:cNvPr id="1565" name="Google Shape;1565;p37"/>
          <p:cNvSpPr txBox="1"/>
          <p:nvPr/>
        </p:nvSpPr>
        <p:spPr>
          <a:xfrm>
            <a:off x="720000" y="3774975"/>
            <a:ext cx="462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Bir müşteri ortalama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137.75 ₺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tutarında alışveriş yapmış.</a:t>
            </a:r>
            <a:endParaRPr/>
          </a:p>
        </p:txBody>
      </p:sp>
      <p:pic>
        <p:nvPicPr>
          <p:cNvPr id="1566" name="Google Shape;1566;p37" title="creative-analysis-success-business-concept-sqeb5kkxiulim4f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498" y="1122275"/>
            <a:ext cx="3617449" cy="289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Sonuçlar</a:t>
            </a:r>
            <a:endParaRPr/>
          </a:p>
        </p:txBody>
      </p:sp>
      <p:pic>
        <p:nvPicPr>
          <p:cNvPr id="1572" name="Google Shape;157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425" y="1928050"/>
            <a:ext cx="4097251" cy="229159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3" name="Google Shape;1573;p38"/>
          <p:cNvSpPr txBox="1"/>
          <p:nvPr/>
        </p:nvSpPr>
        <p:spPr>
          <a:xfrm>
            <a:off x="296425" y="1419600"/>
            <a:ext cx="31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En Çok Satılan Ürünler</a:t>
            </a:r>
            <a:endParaRPr b="1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574" name="Google Shape;157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3600" y="1928050"/>
            <a:ext cx="3812565" cy="2291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5" name="Google Shape;1575;p38"/>
          <p:cNvSpPr txBox="1"/>
          <p:nvPr/>
        </p:nvSpPr>
        <p:spPr>
          <a:xfrm>
            <a:off x="4573600" y="1419600"/>
            <a:ext cx="31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En Çok Gelir Getiren Ürünler</a:t>
            </a:r>
            <a:endParaRPr b="1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Sonuçlar</a:t>
            </a:r>
            <a:endParaRPr/>
          </a:p>
        </p:txBody>
      </p:sp>
      <p:pic>
        <p:nvPicPr>
          <p:cNvPr id="1581" name="Google Shape;158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181875"/>
            <a:ext cx="76200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Sonuçlar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40"/>
          <p:cNvSpPr txBox="1"/>
          <p:nvPr/>
        </p:nvSpPr>
        <p:spPr>
          <a:xfrm>
            <a:off x="791500" y="1172025"/>
            <a:ext cx="31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En Çok Gelir Getiren Kategori </a:t>
            </a:r>
            <a:endParaRPr b="1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588" name="Google Shape;158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500" y="1653100"/>
            <a:ext cx="5274849" cy="31705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Sonuçlar</a:t>
            </a:r>
            <a:endParaRPr/>
          </a:p>
        </p:txBody>
      </p:sp>
      <p:pic>
        <p:nvPicPr>
          <p:cNvPr id="1594" name="Google Shape;15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628625"/>
            <a:ext cx="4813275" cy="288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41"/>
          <p:cNvSpPr txBox="1"/>
          <p:nvPr/>
        </p:nvSpPr>
        <p:spPr>
          <a:xfrm>
            <a:off x="720000" y="1148500"/>
            <a:ext cx="31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Teslimat Bilgileri</a:t>
            </a:r>
            <a:endParaRPr b="1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Sonuçlar</a:t>
            </a:r>
            <a:endParaRPr/>
          </a:p>
        </p:txBody>
      </p:sp>
      <p:sp>
        <p:nvSpPr>
          <p:cNvPr id="1601" name="Google Shape;1601;p42"/>
          <p:cNvSpPr txBox="1"/>
          <p:nvPr/>
        </p:nvSpPr>
        <p:spPr>
          <a:xfrm>
            <a:off x="801525" y="1083475"/>
            <a:ext cx="385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Segmente göre müşteri kategorisi (CLV) </a:t>
            </a:r>
            <a:endParaRPr b="1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602" name="Google Shape;16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25" y="2578100"/>
            <a:ext cx="5121675" cy="22718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03" name="Google Shape;160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25" y="1457000"/>
            <a:ext cx="3525925" cy="10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Sonuçlar</a:t>
            </a:r>
            <a:endParaRPr/>
          </a:p>
        </p:txBody>
      </p:sp>
      <p:pic>
        <p:nvPicPr>
          <p:cNvPr id="1609" name="Google Shape;160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75" y="1046675"/>
            <a:ext cx="433959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Değerlendirme</a:t>
            </a:r>
            <a:endParaRPr/>
          </a:p>
        </p:txBody>
      </p:sp>
      <p:sp>
        <p:nvSpPr>
          <p:cNvPr id="1615" name="Google Shape;1615;p44"/>
          <p:cNvSpPr txBox="1"/>
          <p:nvPr/>
        </p:nvSpPr>
        <p:spPr>
          <a:xfrm>
            <a:off x="608050" y="1274575"/>
            <a:ext cx="5955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E-ticaret verileri temizlenerek analiz için hazır hale getirildi.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SQL JOIN işlemleri ile tablolar birleştirildi.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Temel KPI'lar (Toplam Gelir, AOV, CLV vb.) hesaplandı.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Müşteriler sipariş sayılarına göre segmentlere ayrıldı.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Ürün ve kategori bazında satış performansı analiz edildi.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Window Function kullanılarak kümülatif gelir analizi gerçekleştirildi.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Öneriler</a:t>
            </a:r>
            <a:endParaRPr/>
          </a:p>
        </p:txBody>
      </p:sp>
      <p:sp>
        <p:nvSpPr>
          <p:cNvPr id="1621" name="Google Shape;1621;p45"/>
          <p:cNvSpPr txBox="1"/>
          <p:nvPr/>
        </p:nvSpPr>
        <p:spPr>
          <a:xfrm>
            <a:off x="880275" y="1270050"/>
            <a:ext cx="6656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❖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Sadık müşterilere yönelik özel kampanyalar düzenlenebilir.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622" name="Google Shape;1622;p45"/>
          <p:cNvSpPr txBox="1"/>
          <p:nvPr/>
        </p:nvSpPr>
        <p:spPr>
          <a:xfrm>
            <a:off x="880275" y="2009250"/>
            <a:ext cx="48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❖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En yüksek gelir getiren kategorilere daha fazla pazarlama bütçesi ayrılabilir.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623" name="Google Shape;1623;p45"/>
          <p:cNvSpPr txBox="1"/>
          <p:nvPr/>
        </p:nvSpPr>
        <p:spPr>
          <a:xfrm>
            <a:off x="880275" y="2811175"/>
            <a:ext cx="48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❖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Düşük performans gösteren kategoriler için iyileştirme stratejileri geliştirilebilir.</a:t>
            </a:r>
            <a:endParaRPr/>
          </a:p>
        </p:txBody>
      </p:sp>
      <p:sp>
        <p:nvSpPr>
          <p:cNvPr id="1624" name="Google Shape;1624;p45"/>
          <p:cNvSpPr txBox="1"/>
          <p:nvPr/>
        </p:nvSpPr>
        <p:spPr>
          <a:xfrm>
            <a:off x="880275" y="3719250"/>
            <a:ext cx="48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❖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Aylık satış trendleri takip edilerek dönemsel planlamalar yapılabilir.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625" name="Google Shape;1625;p45" title="pngtree-business-growth-graphs-png-image_2073266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3875" y="1242925"/>
            <a:ext cx="2980449" cy="298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Management and Analytics Thesis Defense by Slidesgo">
  <a:themeElements>
    <a:clrScheme name="Simple Light">
      <a:dk1>
        <a:srgbClr val="353552"/>
      </a:dk1>
      <a:lt1>
        <a:srgbClr val="F5F5F5"/>
      </a:lt1>
      <a:dk2>
        <a:srgbClr val="6875A7"/>
      </a:dk2>
      <a:lt2>
        <a:srgbClr val="6ABEC5"/>
      </a:lt2>
      <a:accent1>
        <a:srgbClr val="AFE0D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E3E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